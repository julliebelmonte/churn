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58" r:id="rId7"/>
    <p:sldId id="269" r:id="rId8"/>
    <p:sldId id="270" r:id="rId9"/>
    <p:sldId id="262" r:id="rId10"/>
    <p:sldId id="268" r:id="rId1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0F693-3B75-4467-83AF-5D085398D955}" v="52" dt="2026-04-20T17:58:14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lie Belmonte" userId="1153c24ac8951566" providerId="LiveId" clId="{1F3AD265-2A99-4E47-99BD-100A552C5535}"/>
    <pc:docChg chg="undo custSel addSld delSld modSld sldOrd">
      <pc:chgData name="Jullie Belmonte" userId="1153c24ac8951566" providerId="LiveId" clId="{1F3AD265-2A99-4E47-99BD-100A552C5535}" dt="2026-04-20T18:00:51.128" v="2136" actId="1076"/>
      <pc:docMkLst>
        <pc:docMk/>
      </pc:docMkLst>
      <pc:sldChg chg="addSp delSp modSp mod ord">
        <pc:chgData name="Jullie Belmonte" userId="1153c24ac8951566" providerId="LiveId" clId="{1F3AD265-2A99-4E47-99BD-100A552C5535}" dt="2026-04-20T17:17:23.050" v="1469"/>
        <pc:sldMkLst>
          <pc:docMk/>
          <pc:sldMk cId="0" sldId="257"/>
        </pc:sldMkLst>
        <pc:spChg chg="mod">
          <ac:chgData name="Jullie Belmonte" userId="1153c24ac8951566" providerId="LiveId" clId="{1F3AD265-2A99-4E47-99BD-100A552C5535}" dt="2026-04-20T16:34:46.016" v="736" actId="20577"/>
          <ac:spMkLst>
            <pc:docMk/>
            <pc:sldMk cId="0" sldId="257"/>
            <ac:spMk id="2" creationId="{EF9037E1-33CD-9DFC-EDBF-2688061D1109}"/>
          </ac:spMkLst>
        </pc:spChg>
        <pc:spChg chg="add del mod">
          <ac:chgData name="Jullie Belmonte" userId="1153c24ac8951566" providerId="LiveId" clId="{1F3AD265-2A99-4E47-99BD-100A552C5535}" dt="2026-04-20T16:22:07.120" v="65" actId="478"/>
          <ac:spMkLst>
            <pc:docMk/>
            <pc:sldMk cId="0" sldId="257"/>
            <ac:spMk id="3" creationId="{5CF5998D-F3A1-372A-49E2-42D90AC72B88}"/>
          </ac:spMkLst>
        </pc:spChg>
        <pc:spChg chg="add mod">
          <ac:chgData name="Jullie Belmonte" userId="1153c24ac8951566" providerId="LiveId" clId="{1F3AD265-2A99-4E47-99BD-100A552C5535}" dt="2026-04-20T16:22:26.366" v="69" actId="1076"/>
          <ac:spMkLst>
            <pc:docMk/>
            <pc:sldMk cId="0" sldId="257"/>
            <ac:spMk id="4" creationId="{A1A7E751-CBD0-B80D-D670-87DCF0AD9845}"/>
          </ac:spMkLst>
        </pc:spChg>
        <pc:spChg chg="mod">
          <ac:chgData name="Jullie Belmonte" userId="1153c24ac8951566" providerId="LiveId" clId="{1F3AD265-2A99-4E47-99BD-100A552C5535}" dt="2026-04-20T16:22:44.466" v="81" actId="20577"/>
          <ac:spMkLst>
            <pc:docMk/>
            <pc:sldMk cId="0" sldId="257"/>
            <ac:spMk id="5" creationId="{8C5CAFBC-F610-F92C-A961-0368C42E49B3}"/>
          </ac:spMkLst>
        </pc:spChg>
        <pc:spChg chg="add mod">
          <ac:chgData name="Jullie Belmonte" userId="1153c24ac8951566" providerId="LiveId" clId="{1F3AD265-2A99-4E47-99BD-100A552C5535}" dt="2026-04-20T16:22:51.324" v="119" actId="20577"/>
          <ac:spMkLst>
            <pc:docMk/>
            <pc:sldMk cId="0" sldId="257"/>
            <ac:spMk id="6" creationId="{1B906AD5-EA28-774E-C924-F5C885BD6320}"/>
          </ac:spMkLst>
        </pc:spChg>
        <pc:spChg chg="add mod">
          <ac:chgData name="Jullie Belmonte" userId="1153c24ac8951566" providerId="LiveId" clId="{1F3AD265-2A99-4E47-99BD-100A552C5535}" dt="2026-04-20T16:34:34.796" v="734" actId="20577"/>
          <ac:spMkLst>
            <pc:docMk/>
            <pc:sldMk cId="0" sldId="257"/>
            <ac:spMk id="7" creationId="{9E2FF984-065E-5756-1AB2-B2A826272F8C}"/>
          </ac:spMkLst>
        </pc:spChg>
        <pc:spChg chg="del">
          <ac:chgData name="Jullie Belmonte" userId="1153c24ac8951566" providerId="LiveId" clId="{1F3AD265-2A99-4E47-99BD-100A552C5535}" dt="2026-04-20T16:22:07.857" v="66" actId="478"/>
          <ac:spMkLst>
            <pc:docMk/>
            <pc:sldMk cId="0" sldId="257"/>
            <ac:spMk id="8" creationId="{22FB9888-DBEB-1630-BFCC-65B2662B4054}"/>
          </ac:spMkLst>
        </pc:spChg>
        <pc:spChg chg="mod">
          <ac:chgData name="Jullie Belmonte" userId="1153c24ac8951566" providerId="LiveId" clId="{1F3AD265-2A99-4E47-99BD-100A552C5535}" dt="2026-04-20T16:22:26.366" v="69" actId="1076"/>
          <ac:spMkLst>
            <pc:docMk/>
            <pc:sldMk cId="0" sldId="257"/>
            <ac:spMk id="9" creationId="{8B42900A-B63D-BA5A-8F3C-FA6692B7B217}"/>
          </ac:spMkLst>
        </pc:spChg>
        <pc:spChg chg="add mod">
          <ac:chgData name="Jullie Belmonte" userId="1153c24ac8951566" providerId="LiveId" clId="{1F3AD265-2A99-4E47-99BD-100A552C5535}" dt="2026-04-20T16:22:56.956" v="124" actId="20577"/>
          <ac:spMkLst>
            <pc:docMk/>
            <pc:sldMk cId="0" sldId="257"/>
            <ac:spMk id="10" creationId="{43FE393D-5984-D047-9E43-4D7C240F07EF}"/>
          </ac:spMkLst>
        </pc:spChg>
        <pc:spChg chg="add mod">
          <ac:chgData name="Jullie Belmonte" userId="1153c24ac8951566" providerId="LiveId" clId="{1F3AD265-2A99-4E47-99BD-100A552C5535}" dt="2026-04-20T16:23:05.655" v="159" actId="20577"/>
          <ac:spMkLst>
            <pc:docMk/>
            <pc:sldMk cId="0" sldId="257"/>
            <ac:spMk id="11" creationId="{180D66D9-5E19-BC87-4D72-FF35C1401BBD}"/>
          </ac:spMkLst>
        </pc:spChg>
        <pc:spChg chg="add mod">
          <ac:chgData name="Jullie Belmonte" userId="1153c24ac8951566" providerId="LiveId" clId="{1F3AD265-2A99-4E47-99BD-100A552C5535}" dt="2026-04-20T16:32:58.914" v="508" actId="20577"/>
          <ac:spMkLst>
            <pc:docMk/>
            <pc:sldMk cId="0" sldId="257"/>
            <ac:spMk id="12" creationId="{60C29A59-768A-56F7-5706-686B53318FD3}"/>
          </ac:spMkLst>
        </pc:spChg>
        <pc:spChg chg="add del mod">
          <ac:chgData name="Jullie Belmonte" userId="1153c24ac8951566" providerId="LiveId" clId="{1F3AD265-2A99-4E47-99BD-100A552C5535}" dt="2026-04-20T16:22:08.479" v="67" actId="478"/>
          <ac:spMkLst>
            <pc:docMk/>
            <pc:sldMk cId="0" sldId="257"/>
            <ac:spMk id="13" creationId="{B87096DA-803D-7523-C69E-5F3EAE136869}"/>
          </ac:spMkLst>
        </pc:spChg>
        <pc:spChg chg="add mod">
          <ac:chgData name="Jullie Belmonte" userId="1153c24ac8951566" providerId="LiveId" clId="{1F3AD265-2A99-4E47-99BD-100A552C5535}" dt="2026-04-20T16:22:26.366" v="69" actId="1076"/>
          <ac:spMkLst>
            <pc:docMk/>
            <pc:sldMk cId="0" sldId="257"/>
            <ac:spMk id="14" creationId="{E0236912-A02E-14B8-5304-79D900944A3E}"/>
          </ac:spMkLst>
        </pc:spChg>
        <pc:spChg chg="add mod">
          <ac:chgData name="Jullie Belmonte" userId="1153c24ac8951566" providerId="LiveId" clId="{1F3AD265-2A99-4E47-99BD-100A552C5535}" dt="2026-04-20T16:29:42.273" v="267" actId="20577"/>
          <ac:spMkLst>
            <pc:docMk/>
            <pc:sldMk cId="0" sldId="257"/>
            <ac:spMk id="15" creationId="{C7001A6A-A4A6-86A7-CF7B-6324C7ED4473}"/>
          </ac:spMkLst>
        </pc:spChg>
        <pc:spChg chg="mod">
          <ac:chgData name="Jullie Belmonte" userId="1153c24ac8951566" providerId="LiveId" clId="{1F3AD265-2A99-4E47-99BD-100A552C5535}" dt="2026-04-20T16:30:18.500" v="318" actId="20577"/>
          <ac:spMkLst>
            <pc:docMk/>
            <pc:sldMk cId="0" sldId="257"/>
            <ac:spMk id="16" creationId="{CC834287-BD84-33A4-BA55-A825A82BFC9F}"/>
          </ac:spMkLst>
        </pc:spChg>
        <pc:spChg chg="del mod">
          <ac:chgData name="Jullie Belmonte" userId="1153c24ac8951566" providerId="LiveId" clId="{1F3AD265-2A99-4E47-99BD-100A552C5535}" dt="2026-04-20T16:30:47.226" v="352" actId="478"/>
          <ac:spMkLst>
            <pc:docMk/>
            <pc:sldMk cId="0" sldId="257"/>
            <ac:spMk id="17" creationId="{3C1019BE-0D0A-30B2-CD16-6069D4C65DF4}"/>
          </ac:spMkLst>
        </pc:spChg>
        <pc:spChg chg="add del">
          <ac:chgData name="Jullie Belmonte" userId="1153c24ac8951566" providerId="LiveId" clId="{1F3AD265-2A99-4E47-99BD-100A552C5535}" dt="2026-04-20T16:30:28.339" v="345" actId="22"/>
          <ac:spMkLst>
            <pc:docMk/>
            <pc:sldMk cId="0" sldId="257"/>
            <ac:spMk id="19" creationId="{DC9B6F07-A49E-A654-C7E9-EF2C47B3AB98}"/>
          </ac:spMkLst>
        </pc:spChg>
        <pc:spChg chg="add mod">
          <ac:chgData name="Jullie Belmonte" userId="1153c24ac8951566" providerId="LiveId" clId="{1F3AD265-2A99-4E47-99BD-100A552C5535}" dt="2026-04-20T16:56:50.161" v="1427" actId="1076"/>
          <ac:spMkLst>
            <pc:docMk/>
            <pc:sldMk cId="0" sldId="257"/>
            <ac:spMk id="21" creationId="{094F8FEC-6D0A-226F-D37E-042F12555736}"/>
          </ac:spMkLst>
        </pc:spChg>
        <pc:spChg chg="mod">
          <ac:chgData name="Jullie Belmonte" userId="1153c24ac8951566" providerId="LiveId" clId="{1F3AD265-2A99-4E47-99BD-100A552C5535}" dt="2026-04-20T16:22:35.049" v="72" actId="1076"/>
          <ac:spMkLst>
            <pc:docMk/>
            <pc:sldMk cId="0" sldId="257"/>
            <ac:spMk id="65" creationId="{00000000-0000-0000-0000-000000000000}"/>
          </ac:spMkLst>
        </pc:spChg>
      </pc:sldChg>
      <pc:sldChg chg="delSp modSp mod ord">
        <pc:chgData name="Jullie Belmonte" userId="1153c24ac8951566" providerId="LiveId" clId="{1F3AD265-2A99-4E47-99BD-100A552C5535}" dt="2026-04-20T17:41:54.641" v="1610"/>
        <pc:sldMkLst>
          <pc:docMk/>
          <pc:sldMk cId="0" sldId="258"/>
        </pc:sldMkLst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3" creationId="{FE59B7A7-5E0B-944D-BA85-17B3EDBCAC12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7" creationId="{321A3F5C-760B-AA2A-66C7-A36BB68CEAD4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8" creationId="{D801E637-6FDB-2F3F-6E41-76CF145D2C04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9" creationId="{E2F15FBA-88F8-3199-E890-B813095D3F15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13" creationId="{44EFE5BD-3A66-2651-6673-375885CC81D1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14" creationId="{E219BB7B-BBCF-F3B6-8255-4279FD5733B6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16" creationId="{2AD5A285-B5D4-9F49-B387-3C7C5B8D2457}"/>
          </ac:spMkLst>
        </pc:spChg>
        <pc:spChg chg="del">
          <ac:chgData name="Jullie Belmonte" userId="1153c24ac8951566" providerId="LiveId" clId="{1F3AD265-2A99-4E47-99BD-100A552C5535}" dt="2026-04-20T17:03:41.635" v="1428" actId="478"/>
          <ac:spMkLst>
            <pc:docMk/>
            <pc:sldMk cId="0" sldId="258"/>
            <ac:spMk id="21" creationId="{693108F3-6288-EB80-8D1B-BFEB76C98B48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22" creationId="{1E9AF542-CF69-B41F-46B8-EF8FA2930421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23" creationId="{A07538F2-C293-60CD-153F-000D844BC1AB}"/>
          </ac:spMkLst>
        </pc:spChg>
        <pc:spChg chg="mod">
          <ac:chgData name="Jullie Belmonte" userId="1153c24ac8951566" providerId="LiveId" clId="{1F3AD265-2A99-4E47-99BD-100A552C5535}" dt="2026-04-20T17:13:59.245" v="1463" actId="1076"/>
          <ac:spMkLst>
            <pc:docMk/>
            <pc:sldMk cId="0" sldId="258"/>
            <ac:spMk id="24" creationId="{3654E34E-E348-CBE6-63A4-AE7BE3BAA46D}"/>
          </ac:spMkLst>
        </pc:spChg>
        <pc:spChg chg="del">
          <ac:chgData name="Jullie Belmonte" userId="1153c24ac8951566" providerId="LiveId" clId="{1F3AD265-2A99-4E47-99BD-100A552C5535}" dt="2026-04-20T17:13:50.337" v="1461" actId="478"/>
          <ac:spMkLst>
            <pc:docMk/>
            <pc:sldMk cId="0" sldId="258"/>
            <ac:spMk id="25" creationId="{2DA46342-0312-522F-E7AC-CAD6E64C7850}"/>
          </ac:spMkLst>
        </pc:spChg>
        <pc:spChg chg="del">
          <ac:chgData name="Jullie Belmonte" userId="1153c24ac8951566" providerId="LiveId" clId="{1F3AD265-2A99-4E47-99BD-100A552C5535}" dt="2026-04-20T17:13:51.612" v="1462" actId="478"/>
          <ac:spMkLst>
            <pc:docMk/>
            <pc:sldMk cId="0" sldId="258"/>
            <ac:spMk id="26" creationId="{4EF859B2-7160-2994-9A6B-F6775A0E8F93}"/>
          </ac:spMkLst>
        </pc:spChg>
        <pc:spChg chg="del mod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27" creationId="{BCE32094-D14F-CD6A-3145-315A36F596D2}"/>
          </ac:spMkLst>
        </pc:spChg>
        <pc:spChg chg="del mod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28" creationId="{CD467A96-AD6C-3524-88DA-3A30E565DB4B}"/>
          </ac:spMkLst>
        </pc:spChg>
        <pc:spChg chg="del mod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29" creationId="{E666ACA2-68CF-9536-2C43-078A10D306FB}"/>
          </ac:spMkLst>
        </pc:spChg>
        <pc:spChg chg="del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30" creationId="{08A76581-8CF1-73DE-1EB3-8A737AFCF002}"/>
          </ac:spMkLst>
        </pc:spChg>
        <pc:spChg chg="del mod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31" creationId="{1724BB22-BEF4-3615-9442-0BA194CDA287}"/>
          </ac:spMkLst>
        </pc:spChg>
        <pc:spChg chg="del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32" creationId="{4497C361-88AA-3BDE-C1DE-0BDFEEAD0852}"/>
          </ac:spMkLst>
        </pc:spChg>
        <pc:spChg chg="del mod">
          <ac:chgData name="Jullie Belmonte" userId="1153c24ac8951566" providerId="LiveId" clId="{1F3AD265-2A99-4E47-99BD-100A552C5535}" dt="2026-04-20T17:13:46.845" v="1457" actId="478"/>
          <ac:spMkLst>
            <pc:docMk/>
            <pc:sldMk cId="0" sldId="258"/>
            <ac:spMk id="33" creationId="{0D81B56D-23E4-472B-25FA-6A3FA13A7EB3}"/>
          </ac:spMkLst>
        </pc:spChg>
        <pc:spChg chg="del">
          <ac:chgData name="Jullie Belmonte" userId="1153c24ac8951566" providerId="LiveId" clId="{1F3AD265-2A99-4E47-99BD-100A552C5535}" dt="2026-04-20T17:13:45.984" v="1456" actId="478"/>
          <ac:spMkLst>
            <pc:docMk/>
            <pc:sldMk cId="0" sldId="258"/>
            <ac:spMk id="34" creationId="{FC200F88-4031-105B-E2DA-815A7156E8CB}"/>
          </ac:spMkLst>
        </pc:spChg>
        <pc:spChg chg="del mod">
          <ac:chgData name="Jullie Belmonte" userId="1153c24ac8951566" providerId="LiveId" clId="{1F3AD265-2A99-4E47-99BD-100A552C5535}" dt="2026-04-20T17:13:47.599" v="1458" actId="478"/>
          <ac:spMkLst>
            <pc:docMk/>
            <pc:sldMk cId="0" sldId="258"/>
            <ac:spMk id="35" creationId="{82AD25E4-2149-04F6-12C9-3C5F7CDC94AA}"/>
          </ac:spMkLst>
        </pc:spChg>
        <pc:spChg chg="del mod">
          <ac:chgData name="Jullie Belmonte" userId="1153c24ac8951566" providerId="LiveId" clId="{1F3AD265-2A99-4E47-99BD-100A552C5535}" dt="2026-04-20T17:13:49.422" v="1460" actId="478"/>
          <ac:spMkLst>
            <pc:docMk/>
            <pc:sldMk cId="0" sldId="258"/>
            <ac:spMk id="36" creationId="{BFA414F3-CCE5-7B47-18E4-FB374BDC12E8}"/>
          </ac:spMkLst>
        </pc:spChg>
      </pc:sldChg>
      <pc:sldChg chg="addSp delSp modSp mod">
        <pc:chgData name="Jullie Belmonte" userId="1153c24ac8951566" providerId="LiveId" clId="{1F3AD265-2A99-4E47-99BD-100A552C5535}" dt="2026-04-20T17:05:56.040" v="1433" actId="20577"/>
        <pc:sldMkLst>
          <pc:docMk/>
          <pc:sldMk cId="0" sldId="259"/>
        </pc:sldMkLst>
        <pc:spChg chg="del">
          <ac:chgData name="Jullie Belmonte" userId="1153c24ac8951566" providerId="LiveId" clId="{1F3AD265-2A99-4E47-99BD-100A552C5535}" dt="2026-04-20T16:16:50.645" v="0" actId="478"/>
          <ac:spMkLst>
            <pc:docMk/>
            <pc:sldMk cId="0" sldId="259"/>
            <ac:spMk id="6" creationId="{F478D90F-A851-E8C5-55CE-C7E113123C50}"/>
          </ac:spMkLst>
        </pc:spChg>
        <pc:spChg chg="mod">
          <ac:chgData name="Jullie Belmonte" userId="1153c24ac8951566" providerId="LiveId" clId="{1F3AD265-2A99-4E47-99BD-100A552C5535}" dt="2026-04-20T16:37:18.205" v="905" actId="1076"/>
          <ac:spMkLst>
            <pc:docMk/>
            <pc:sldMk cId="0" sldId="259"/>
            <ac:spMk id="7" creationId="{8C89F341-E193-BE67-8F2F-72A232F43BE9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10" creationId="{22850A79-93AD-EB4E-DDBA-55F33302C074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11" creationId="{D2C838BB-9739-606E-619E-1E8A4CF6FA6F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12" creationId="{A3B35936-E905-8274-3217-8CEDC0C487E0}"/>
          </ac:spMkLst>
        </pc:spChg>
        <pc:spChg chg="add del mod">
          <ac:chgData name="Jullie Belmonte" userId="1153c24ac8951566" providerId="LiveId" clId="{1F3AD265-2A99-4E47-99BD-100A552C5535}" dt="2026-04-20T16:37:20.688" v="912" actId="478"/>
          <ac:spMkLst>
            <pc:docMk/>
            <pc:sldMk cId="0" sldId="259"/>
            <ac:spMk id="13" creationId="{6E1216CC-42CD-A977-C1C1-DCC5E54E514A}"/>
          </ac:spMkLst>
        </pc:spChg>
        <pc:spChg chg="add del mod">
          <ac:chgData name="Jullie Belmonte" userId="1153c24ac8951566" providerId="LiveId" clId="{1F3AD265-2A99-4E47-99BD-100A552C5535}" dt="2026-04-20T16:38:04.838" v="929" actId="113"/>
          <ac:spMkLst>
            <pc:docMk/>
            <pc:sldMk cId="0" sldId="259"/>
            <ac:spMk id="14" creationId="{56428C1F-B3A9-7E71-9C0D-02C4A47B5565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15" creationId="{48AA56F6-1703-32DD-4E32-1EBD77A3D718}"/>
          </ac:spMkLst>
        </pc:spChg>
        <pc:spChg chg="mod">
          <ac:chgData name="Jullie Belmonte" userId="1153c24ac8951566" providerId="LiveId" clId="{1F3AD265-2A99-4E47-99BD-100A552C5535}" dt="2026-04-20T17:05:56.040" v="1433" actId="20577"/>
          <ac:spMkLst>
            <pc:docMk/>
            <pc:sldMk cId="0" sldId="259"/>
            <ac:spMk id="16" creationId="{DBD63F19-9D64-85AC-D3EC-D2782A3BDBE6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17" creationId="{AA4D3B06-7527-4ADD-1437-9B6AA4765127}"/>
          </ac:spMkLst>
        </pc:spChg>
        <pc:spChg chg="add del">
          <ac:chgData name="Jullie Belmonte" userId="1153c24ac8951566" providerId="LiveId" clId="{1F3AD265-2A99-4E47-99BD-100A552C5535}" dt="2026-04-20T16:37:21.278" v="913" actId="478"/>
          <ac:spMkLst>
            <pc:docMk/>
            <pc:sldMk cId="0" sldId="259"/>
            <ac:spMk id="21" creationId="{C0C945CD-DA19-EB7D-5C47-F6A920E9B566}"/>
          </ac:spMkLst>
        </pc:spChg>
        <pc:spChg chg="add del mod">
          <ac:chgData name="Jullie Belmonte" userId="1153c24ac8951566" providerId="LiveId" clId="{1F3AD265-2A99-4E47-99BD-100A552C5535}" dt="2026-04-20T16:38:20.589" v="971" actId="20577"/>
          <ac:spMkLst>
            <pc:docMk/>
            <pc:sldMk cId="0" sldId="259"/>
            <ac:spMk id="22" creationId="{E112E1C5-BAEE-9301-5B38-14C4B83AD8A4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23" creationId="{A88367B6-A158-D77F-317E-CC384E982F30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24" creationId="{E636B9AC-6920-E69D-2F88-3CE82038606B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25" creationId="{41FC8D47-69D9-1F73-4A71-B2DEB6D7E457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26" creationId="{92EA2442-7B9B-F9E1-576C-84F24E79F7B3}"/>
          </ac:spMkLst>
        </pc:spChg>
        <pc:spChg chg="del">
          <ac:chgData name="Jullie Belmonte" userId="1153c24ac8951566" providerId="LiveId" clId="{1F3AD265-2A99-4E47-99BD-100A552C5535}" dt="2026-04-20T16:36:04.991" v="770" actId="478"/>
          <ac:spMkLst>
            <pc:docMk/>
            <pc:sldMk cId="0" sldId="259"/>
            <ac:spMk id="29" creationId="{FF993AAF-70D8-5BDA-8F38-7B08596DF78D}"/>
          </ac:spMkLst>
        </pc:spChg>
        <pc:spChg chg="add del mod">
          <ac:chgData name="Jullie Belmonte" userId="1153c24ac8951566" providerId="LiveId" clId="{1F3AD265-2A99-4E47-99BD-100A552C5535}" dt="2026-04-20T16:38:55.483" v="1051" actId="6549"/>
          <ac:spMkLst>
            <pc:docMk/>
            <pc:sldMk cId="0" sldId="259"/>
            <ac:spMk id="30" creationId="{D0591FBC-F17A-A6C2-8672-F58FA626DFF8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31" creationId="{08BAFED5-D33F-D4F8-23FC-9DEB93A757A6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32" creationId="{DB0D5E92-7EC7-ADD5-AC2C-74AFC108B9F0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34" creationId="{091DBEA2-F478-90C7-725D-B7D7A582DC91}"/>
          </ac:spMkLst>
        </pc:spChg>
        <pc:spChg chg="mod">
          <ac:chgData name="Jullie Belmonte" userId="1153c24ac8951566" providerId="LiveId" clId="{1F3AD265-2A99-4E47-99BD-100A552C5535}" dt="2026-04-20T16:37:17.050" v="903" actId="1076"/>
          <ac:spMkLst>
            <pc:docMk/>
            <pc:sldMk cId="0" sldId="259"/>
            <ac:spMk id="36" creationId="{B0BCFD33-51B0-94A0-F90A-BE2A16E6264C}"/>
          </ac:spMkLst>
        </pc:spChg>
        <pc:spChg chg="del">
          <ac:chgData name="Jullie Belmonte" userId="1153c24ac8951566" providerId="LiveId" clId="{1F3AD265-2A99-4E47-99BD-100A552C5535}" dt="2026-04-20T16:36:04.231" v="769" actId="478"/>
          <ac:spMkLst>
            <pc:docMk/>
            <pc:sldMk cId="0" sldId="259"/>
            <ac:spMk id="37" creationId="{CD394CCD-5E77-2048-51F6-4B808E3EF9A8}"/>
          </ac:spMkLst>
        </pc:spChg>
        <pc:spChg chg="add del mod">
          <ac:chgData name="Jullie Belmonte" userId="1153c24ac8951566" providerId="LiveId" clId="{1F3AD265-2A99-4E47-99BD-100A552C5535}" dt="2026-04-20T16:38:51.115" v="1050" actId="20577"/>
          <ac:spMkLst>
            <pc:docMk/>
            <pc:sldMk cId="0" sldId="259"/>
            <ac:spMk id="38" creationId="{8391A263-770D-D2FA-8A61-4CF26751C833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39" creationId="{D91847B4-0ABF-B80A-5A37-F2874002BB60}"/>
          </ac:spMkLst>
        </pc:spChg>
        <pc:spChg chg="mod">
          <ac:chgData name="Jullie Belmonte" userId="1153c24ac8951566" providerId="LiveId" clId="{1F3AD265-2A99-4E47-99BD-100A552C5535}" dt="2026-04-20T16:37:17.307" v="904" actId="1076"/>
          <ac:spMkLst>
            <pc:docMk/>
            <pc:sldMk cId="0" sldId="259"/>
            <ac:spMk id="40" creationId="{92917DB6-BD3D-63A7-E1FE-934C96D150C6}"/>
          </ac:spMkLst>
        </pc:spChg>
        <pc:spChg chg="mod">
          <ac:chgData name="Jullie Belmonte" userId="1153c24ac8951566" providerId="LiveId" clId="{1F3AD265-2A99-4E47-99BD-100A552C5535}" dt="2026-04-20T16:45:10.091" v="1164" actId="14100"/>
          <ac:spMkLst>
            <pc:docMk/>
            <pc:sldMk cId="0" sldId="259"/>
            <ac:spMk id="41" creationId="{A98BF413-00E1-6CA2-2EFF-EA5A213EE15C}"/>
          </ac:spMkLst>
        </pc:spChg>
        <pc:spChg chg="mod">
          <ac:chgData name="Jullie Belmonte" userId="1153c24ac8951566" providerId="LiveId" clId="{1F3AD265-2A99-4E47-99BD-100A552C5535}" dt="2026-04-20T16:44:58.169" v="1162" actId="6549"/>
          <ac:spMkLst>
            <pc:docMk/>
            <pc:sldMk cId="0" sldId="259"/>
            <ac:spMk id="42" creationId="{F49D6811-C8BE-8380-3D8A-37C0AE30682D}"/>
          </ac:spMkLst>
        </pc:spChg>
        <pc:spChg chg="add del mod ord">
          <ac:chgData name="Jullie Belmonte" userId="1153c24ac8951566" providerId="LiveId" clId="{1F3AD265-2A99-4E47-99BD-100A552C5535}" dt="2026-04-20T16:39:11.482" v="1053" actId="478"/>
          <ac:spMkLst>
            <pc:docMk/>
            <pc:sldMk cId="0" sldId="259"/>
            <ac:spMk id="43" creationId="{37A5713C-AC58-DBA1-E4FF-317B0BC91F1C}"/>
          </ac:spMkLst>
        </pc:spChg>
        <pc:spChg chg="add mod ord">
          <ac:chgData name="Jullie Belmonte" userId="1153c24ac8951566" providerId="LiveId" clId="{1F3AD265-2A99-4E47-99BD-100A552C5535}" dt="2026-04-20T16:37:44.194" v="920" actId="167"/>
          <ac:spMkLst>
            <pc:docMk/>
            <pc:sldMk cId="0" sldId="259"/>
            <ac:spMk id="44" creationId="{2D78453D-A9D7-CA5D-A491-85CFC3BA5238}"/>
          </ac:spMkLst>
        </pc:spChg>
        <pc:spChg chg="add mod ord">
          <ac:chgData name="Jullie Belmonte" userId="1153c24ac8951566" providerId="LiveId" clId="{1F3AD265-2A99-4E47-99BD-100A552C5535}" dt="2026-04-20T16:39:22.397" v="1055" actId="167"/>
          <ac:spMkLst>
            <pc:docMk/>
            <pc:sldMk cId="0" sldId="259"/>
            <ac:spMk id="45" creationId="{42D79801-39EC-AAA1-C013-CCF172A3E584}"/>
          </ac:spMkLst>
        </pc:spChg>
      </pc:sldChg>
      <pc:sldChg chg="addSp modSp mod">
        <pc:chgData name="Jullie Belmonte" userId="1153c24ac8951566" providerId="LiveId" clId="{1F3AD265-2A99-4E47-99BD-100A552C5535}" dt="2026-04-20T16:55:40.496" v="1417" actId="2711"/>
        <pc:sldMkLst>
          <pc:docMk/>
          <pc:sldMk cId="0" sldId="260"/>
        </pc:sldMkLst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2" creationId="{A5AC68F4-7586-2757-3C11-CC5ADA2C0738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4" creationId="{208AEEF4-56C8-2941-7319-55253FDBD539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5" creationId="{75006833-0F5E-4C39-8532-C624CA5543E9}"/>
          </ac:spMkLst>
        </pc:spChg>
        <pc:spChg chg="mod">
          <ac:chgData name="Jullie Belmonte" userId="1153c24ac8951566" providerId="LiveId" clId="{1F3AD265-2A99-4E47-99BD-100A552C5535}" dt="2026-04-20T16:52:27.205" v="1246" actId="14100"/>
          <ac:spMkLst>
            <pc:docMk/>
            <pc:sldMk cId="0" sldId="260"/>
            <ac:spMk id="7" creationId="{38C5A8BA-386F-CB0C-E15F-E1436D9C352A}"/>
          </ac:spMkLst>
        </pc:spChg>
        <pc:spChg chg="mod">
          <ac:chgData name="Jullie Belmonte" userId="1153c24ac8951566" providerId="LiveId" clId="{1F3AD265-2A99-4E47-99BD-100A552C5535}" dt="2026-04-20T16:52:31.393" v="1247" actId="14100"/>
          <ac:spMkLst>
            <pc:docMk/>
            <pc:sldMk cId="0" sldId="260"/>
            <ac:spMk id="8" creationId="{674C35E5-CB6C-5F0A-2622-6935CC1D8CAB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13" creationId="{39A7E2F1-B20A-5073-5921-474EBE73D45C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14" creationId="{1D437843-0887-804F-FC97-CA1853CE80A5}"/>
          </ac:spMkLst>
        </pc:spChg>
        <pc:spChg chg="mod">
          <ac:chgData name="Jullie Belmonte" userId="1153c24ac8951566" providerId="LiveId" clId="{1F3AD265-2A99-4E47-99BD-100A552C5535}" dt="2026-04-20T16:53:09.245" v="1255" actId="14100"/>
          <ac:spMkLst>
            <pc:docMk/>
            <pc:sldMk cId="0" sldId="260"/>
            <ac:spMk id="15" creationId="{727785E4-4DCB-AA5B-B123-F00C2AD8FBB5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17" creationId="{B638C9E4-04C4-114F-6B68-8A5EDAF461EF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19" creationId="{1CA6A046-0AC1-7BEB-9EF1-F1F6A9521D2B}"/>
          </ac:spMkLst>
        </pc:spChg>
        <pc:spChg chg="mod">
          <ac:chgData name="Jullie Belmonte" userId="1153c24ac8951566" providerId="LiveId" clId="{1F3AD265-2A99-4E47-99BD-100A552C5535}" dt="2026-04-20T16:52:40.124" v="1250" actId="14100"/>
          <ac:spMkLst>
            <pc:docMk/>
            <pc:sldMk cId="0" sldId="260"/>
            <ac:spMk id="20" creationId="{47CAA67D-9065-1B86-78CC-453B1DA73DE9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21" creationId="{ED2F4764-508A-0627-813C-640D69772E86}"/>
          </ac:spMkLst>
        </pc:spChg>
        <pc:spChg chg="mod">
          <ac:chgData name="Jullie Belmonte" userId="1153c24ac8951566" providerId="LiveId" clId="{1F3AD265-2A99-4E47-99BD-100A552C5535}" dt="2026-04-20T16:52:48.119" v="1252" actId="14100"/>
          <ac:spMkLst>
            <pc:docMk/>
            <pc:sldMk cId="0" sldId="260"/>
            <ac:spMk id="24" creationId="{FAFEE729-1E5D-D4DB-2CDC-A78C0BDF6483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25" creationId="{9B54E7A2-8234-CBDF-2C7B-595943F8EE77}"/>
          </ac:spMkLst>
        </pc:spChg>
        <pc:spChg chg="mod">
          <ac:chgData name="Jullie Belmonte" userId="1153c24ac8951566" providerId="LiveId" clId="{1F3AD265-2A99-4E47-99BD-100A552C5535}" dt="2026-04-20T16:54:07.687" v="1264" actId="1076"/>
          <ac:spMkLst>
            <pc:docMk/>
            <pc:sldMk cId="0" sldId="260"/>
            <ac:spMk id="30" creationId="{CB9801D4-FF9E-4492-A431-6F25AEFCD055}"/>
          </ac:spMkLst>
        </pc:spChg>
        <pc:spChg chg="add mod">
          <ac:chgData name="Jullie Belmonte" userId="1153c24ac8951566" providerId="LiveId" clId="{1F3AD265-2A99-4E47-99BD-100A552C5535}" dt="2026-04-20T16:54:53.419" v="1383"/>
          <ac:spMkLst>
            <pc:docMk/>
            <pc:sldMk cId="0" sldId="260"/>
            <ac:spMk id="31" creationId="{95A0C1A5-A09D-7A38-BBD3-9B48083B7393}"/>
          </ac:spMkLst>
        </pc:spChg>
        <pc:spChg chg="add mod">
          <ac:chgData name="Jullie Belmonte" userId="1153c24ac8951566" providerId="LiveId" clId="{1F3AD265-2A99-4E47-99BD-100A552C5535}" dt="2026-04-20T16:55:40.496" v="1417" actId="2711"/>
          <ac:spMkLst>
            <pc:docMk/>
            <pc:sldMk cId="0" sldId="260"/>
            <ac:spMk id="32" creationId="{6C4F2E4D-BC5C-4871-DFDD-3CFD4C3D1813}"/>
          </ac:spMkLst>
        </pc:spChg>
        <pc:spChg chg="mod">
          <ac:chgData name="Jullie Belmonte" userId="1153c24ac8951566" providerId="LiveId" clId="{1F3AD265-2A99-4E47-99BD-100A552C5535}" dt="2026-04-20T16:53:59.602" v="1263" actId="1076"/>
          <ac:spMkLst>
            <pc:docMk/>
            <pc:sldMk cId="0" sldId="260"/>
            <ac:spMk id="87" creationId="{00000000-0000-0000-0000-000000000000}"/>
          </ac:spMkLst>
        </pc:spChg>
      </pc:sldChg>
      <pc:sldChg chg="addSp delSp modSp mod">
        <pc:chgData name="Jullie Belmonte" userId="1153c24ac8951566" providerId="LiveId" clId="{1F3AD265-2A99-4E47-99BD-100A552C5535}" dt="2026-04-20T17:36:09.299" v="1605" actId="20577"/>
        <pc:sldMkLst>
          <pc:docMk/>
          <pc:sldMk cId="0" sldId="261"/>
        </pc:sldMkLst>
        <pc:spChg chg="add del">
          <ac:chgData name="Jullie Belmonte" userId="1153c24ac8951566" providerId="LiveId" clId="{1F3AD265-2A99-4E47-99BD-100A552C5535}" dt="2026-04-20T16:24:21.382" v="242" actId="478"/>
          <ac:spMkLst>
            <pc:docMk/>
            <pc:sldMk cId="0" sldId="261"/>
            <ac:spMk id="3" creationId="{CE46A9C3-9D68-A1EB-3A8E-872EF3D35480}"/>
          </ac:spMkLst>
        </pc:spChg>
        <pc:spChg chg="mod">
          <ac:chgData name="Jullie Belmonte" userId="1153c24ac8951566" providerId="LiveId" clId="{1F3AD265-2A99-4E47-99BD-100A552C5535}" dt="2026-04-20T17:36:08.184" v="1604" actId="20577"/>
          <ac:spMkLst>
            <pc:docMk/>
            <pc:sldMk cId="0" sldId="261"/>
            <ac:spMk id="7" creationId="{AAE852D4-98E7-DC8B-4D62-09A7DEB38EEA}"/>
          </ac:spMkLst>
        </pc:spChg>
        <pc:spChg chg="add del">
          <ac:chgData name="Jullie Belmonte" userId="1153c24ac8951566" providerId="LiveId" clId="{1F3AD265-2A99-4E47-99BD-100A552C5535}" dt="2026-04-20T16:24:20.120" v="240" actId="478"/>
          <ac:spMkLst>
            <pc:docMk/>
            <pc:sldMk cId="0" sldId="261"/>
            <ac:spMk id="8" creationId="{F18B6DC7-D294-25B7-33C9-E673EBA2A4BD}"/>
          </ac:spMkLst>
        </pc:spChg>
        <pc:spChg chg="mod">
          <ac:chgData name="Jullie Belmonte" userId="1153c24ac8951566" providerId="LiveId" clId="{1F3AD265-2A99-4E47-99BD-100A552C5535}" dt="2026-04-20T17:36:09.299" v="1605" actId="20577"/>
          <ac:spMkLst>
            <pc:docMk/>
            <pc:sldMk cId="0" sldId="261"/>
            <ac:spMk id="12" creationId="{D3AA8F31-00E5-D27B-B2A9-370080A7F8A1}"/>
          </ac:spMkLst>
        </pc:spChg>
        <pc:spChg chg="add del">
          <ac:chgData name="Jullie Belmonte" userId="1153c24ac8951566" providerId="LiveId" clId="{1F3AD265-2A99-4E47-99BD-100A552C5535}" dt="2026-04-20T16:24:19.447" v="237" actId="478"/>
          <ac:spMkLst>
            <pc:docMk/>
            <pc:sldMk cId="0" sldId="261"/>
            <ac:spMk id="13" creationId="{52585878-060F-4C7F-1417-44FFB499B9BF}"/>
          </ac:spMkLst>
        </pc:spChg>
        <pc:spChg chg="mod">
          <ac:chgData name="Jullie Belmonte" userId="1153c24ac8951566" providerId="LiveId" clId="{1F3AD265-2A99-4E47-99BD-100A552C5535}" dt="2026-04-20T17:35:01.835" v="1544"/>
          <ac:spMkLst>
            <pc:docMk/>
            <pc:sldMk cId="0" sldId="261"/>
            <ac:spMk id="17" creationId="{A0ACE6FF-C571-8AB8-351A-BE64C930AF38}"/>
          </ac:spMkLst>
        </pc:spChg>
        <pc:spChg chg="add del">
          <ac:chgData name="Jullie Belmonte" userId="1153c24ac8951566" providerId="LiveId" clId="{1F3AD265-2A99-4E47-99BD-100A552C5535}" dt="2026-04-20T16:24:19.642" v="238" actId="478"/>
          <ac:spMkLst>
            <pc:docMk/>
            <pc:sldMk cId="0" sldId="261"/>
            <ac:spMk id="18" creationId="{F58E4EC1-913F-748D-BB4D-987038A6538C}"/>
          </ac:spMkLst>
        </pc:spChg>
        <pc:spChg chg="mod">
          <ac:chgData name="Jullie Belmonte" userId="1153c24ac8951566" providerId="LiveId" clId="{1F3AD265-2A99-4E47-99BD-100A552C5535}" dt="2026-04-20T17:35:52.233" v="1603" actId="6549"/>
          <ac:spMkLst>
            <pc:docMk/>
            <pc:sldMk cId="0" sldId="261"/>
            <ac:spMk id="22" creationId="{8421D524-6425-8EF5-4E56-A285517AB21C}"/>
          </ac:spMkLst>
        </pc:spChg>
      </pc:sldChg>
      <pc:sldChg chg="addSp delSp modSp mod">
        <pc:chgData name="Jullie Belmonte" userId="1153c24ac8951566" providerId="LiveId" clId="{1F3AD265-2A99-4E47-99BD-100A552C5535}" dt="2026-04-20T18:00:51.128" v="2136" actId="1076"/>
        <pc:sldMkLst>
          <pc:docMk/>
          <pc:sldMk cId="0" sldId="262"/>
        </pc:sldMkLst>
        <pc:spChg chg="mod">
          <ac:chgData name="Jullie Belmonte" userId="1153c24ac8951566" providerId="LiveId" clId="{1F3AD265-2A99-4E47-99BD-100A552C5535}" dt="2026-04-20T17:48:32.055" v="1662" actId="20577"/>
          <ac:spMkLst>
            <pc:docMk/>
            <pc:sldMk cId="0" sldId="262"/>
            <ac:spMk id="2" creationId="{A1D119BF-AE4B-A775-541E-55904D964906}"/>
          </ac:spMkLst>
        </pc:spChg>
        <pc:spChg chg="mod">
          <ac:chgData name="Jullie Belmonte" userId="1153c24ac8951566" providerId="LiveId" clId="{1F3AD265-2A99-4E47-99BD-100A552C5535}" dt="2026-04-20T18:00:41.050" v="2133" actId="14100"/>
          <ac:spMkLst>
            <pc:docMk/>
            <pc:sldMk cId="0" sldId="262"/>
            <ac:spMk id="3" creationId="{07B6D3F5-9872-69CB-E84A-3ECFC068195C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4" creationId="{1765A2C7-E547-E5DA-7B13-3C584A32A6B9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5" creationId="{3247D96D-8C36-EF3F-21BE-9B198C6893D3}"/>
          </ac:spMkLst>
        </pc:spChg>
        <pc:spChg chg="mod">
          <ac:chgData name="Jullie Belmonte" userId="1153c24ac8951566" providerId="LiveId" clId="{1F3AD265-2A99-4E47-99BD-100A552C5535}" dt="2026-04-20T17:58:40.588" v="1892" actId="20577"/>
          <ac:spMkLst>
            <pc:docMk/>
            <pc:sldMk cId="0" sldId="262"/>
            <ac:spMk id="10" creationId="{DDF3210D-0368-1F3E-CC40-E8A8E3340307}"/>
          </ac:spMkLst>
        </pc:spChg>
        <pc:spChg chg="mod">
          <ac:chgData name="Jullie Belmonte" userId="1153c24ac8951566" providerId="LiveId" clId="{1F3AD265-2A99-4E47-99BD-100A552C5535}" dt="2026-04-20T17:59:21.546" v="1956" actId="20577"/>
          <ac:spMkLst>
            <pc:docMk/>
            <pc:sldMk cId="0" sldId="262"/>
            <ac:spMk id="11" creationId="{1AB9908B-6222-BB7F-A386-1AED84E069E7}"/>
          </ac:spMkLst>
        </pc:spChg>
        <pc:spChg chg="mod">
          <ac:chgData name="Jullie Belmonte" userId="1153c24ac8951566" providerId="LiveId" clId="{1F3AD265-2A99-4E47-99BD-100A552C5535}" dt="2026-04-20T17:59:54.939" v="2035" actId="20577"/>
          <ac:spMkLst>
            <pc:docMk/>
            <pc:sldMk cId="0" sldId="262"/>
            <ac:spMk id="12" creationId="{53906019-0F98-AC9C-9C00-947AE01C7880}"/>
          </ac:spMkLst>
        </pc:spChg>
        <pc:spChg chg="add mod">
          <ac:chgData name="Jullie Belmonte" userId="1153c24ac8951566" providerId="LiveId" clId="{1F3AD265-2A99-4E47-99BD-100A552C5535}" dt="2026-04-20T18:00:48.555" v="2135" actId="14100"/>
          <ac:spMkLst>
            <pc:docMk/>
            <pc:sldMk cId="0" sldId="262"/>
            <ac:spMk id="13" creationId="{E721E644-0C20-CC4E-1958-DC9C16C2455E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14" creationId="{C80D3317-8613-ABD8-34E0-431298529B5F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16" creationId="{832D08C9-5F40-5898-FD1A-1AF35EE97D58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17" creationId="{EE8465A0-C09C-1E43-8B90-A551230AF693}"/>
          </ac:spMkLst>
        </pc:spChg>
        <pc:spChg chg="add mod">
          <ac:chgData name="Jullie Belmonte" userId="1153c24ac8951566" providerId="LiveId" clId="{1F3AD265-2A99-4E47-99BD-100A552C5535}" dt="2026-04-20T16:17:16.496" v="4"/>
          <ac:spMkLst>
            <pc:docMk/>
            <pc:sldMk cId="0" sldId="262"/>
            <ac:spMk id="18" creationId="{EB23B3AC-7B01-AAB8-BD18-CD60BFA59730}"/>
          </ac:spMkLst>
        </pc:spChg>
        <pc:spChg chg="add mod">
          <ac:chgData name="Jullie Belmonte" userId="1153c24ac8951566" providerId="LiveId" clId="{1F3AD265-2A99-4E47-99BD-100A552C5535}" dt="2026-04-20T17:55:19.652" v="1732" actId="20577"/>
          <ac:spMkLst>
            <pc:docMk/>
            <pc:sldMk cId="0" sldId="262"/>
            <ac:spMk id="19" creationId="{B73CFF7C-B84D-76E8-8B93-C172B7566865}"/>
          </ac:spMkLst>
        </pc:spChg>
        <pc:spChg chg="add mod">
          <ac:chgData name="Jullie Belmonte" userId="1153c24ac8951566" providerId="LiveId" clId="{1F3AD265-2A99-4E47-99BD-100A552C5535}" dt="2026-04-20T17:56:09.030" v="1797" actId="20577"/>
          <ac:spMkLst>
            <pc:docMk/>
            <pc:sldMk cId="0" sldId="262"/>
            <ac:spMk id="20" creationId="{FCCF2258-F04E-D3F7-2BFB-D06CDC0D4C5D}"/>
          </ac:spMkLst>
        </pc:spChg>
        <pc:spChg chg="add mod">
          <ac:chgData name="Jullie Belmonte" userId="1153c24ac8951566" providerId="LiveId" clId="{1F3AD265-2A99-4E47-99BD-100A552C5535}" dt="2026-04-20T17:56:34.339" v="1845" actId="20577"/>
          <ac:spMkLst>
            <pc:docMk/>
            <pc:sldMk cId="0" sldId="262"/>
            <ac:spMk id="21" creationId="{FF3463A4-0F97-E18A-CD53-382399595F68}"/>
          </ac:spMkLst>
        </pc:spChg>
        <pc:spChg chg="del mod">
          <ac:chgData name="Jullie Belmonte" userId="1153c24ac8951566" providerId="LiveId" clId="{1F3AD265-2A99-4E47-99BD-100A552C5535}" dt="2026-04-20T17:56:41.878" v="1847" actId="478"/>
          <ac:spMkLst>
            <pc:docMk/>
            <pc:sldMk cId="0" sldId="262"/>
            <ac:spMk id="22" creationId="{7E5B9D91-4784-71A4-7349-BEF5CB45EC8A}"/>
          </ac:spMkLst>
        </pc:spChg>
        <pc:spChg chg="add del">
          <ac:chgData name="Jullie Belmonte" userId="1153c24ac8951566" providerId="LiveId" clId="{1F3AD265-2A99-4E47-99BD-100A552C5535}" dt="2026-04-20T17:48:41.555" v="1665" actId="21"/>
          <ac:spMkLst>
            <pc:docMk/>
            <pc:sldMk cId="0" sldId="262"/>
            <ac:spMk id="23" creationId="{B55A99F3-8E3C-C394-F966-4D4FFDC2995E}"/>
          </ac:spMkLst>
        </pc:spChg>
        <pc:spChg chg="del">
          <ac:chgData name="Jullie Belmonte" userId="1153c24ac8951566" providerId="LiveId" clId="{1F3AD265-2A99-4E47-99BD-100A552C5535}" dt="2026-04-20T17:48:41.555" v="1665" actId="21"/>
          <ac:spMkLst>
            <pc:docMk/>
            <pc:sldMk cId="0" sldId="262"/>
            <ac:spMk id="24" creationId="{0AF02F0A-1522-0E48-FA1A-D19B5256783F}"/>
          </ac:spMkLst>
        </pc:spChg>
        <pc:spChg chg="add mod">
          <ac:chgData name="Jullie Belmonte" userId="1153c24ac8951566" providerId="LiveId" clId="{1F3AD265-2A99-4E47-99BD-100A552C5535}" dt="2026-04-20T18:00:51.128" v="2136" actId="1076"/>
          <ac:spMkLst>
            <pc:docMk/>
            <pc:sldMk cId="0" sldId="262"/>
            <ac:spMk id="25" creationId="{C859931C-4357-A314-FA7F-A0D7E1558BD6}"/>
          </ac:spMkLst>
        </pc:spChg>
        <pc:spChg chg="add mod">
          <ac:chgData name="Jullie Belmonte" userId="1153c24ac8951566" providerId="LiveId" clId="{1F3AD265-2A99-4E47-99BD-100A552C5535}" dt="2026-04-20T18:00:44.539" v="2134" actId="1076"/>
          <ac:spMkLst>
            <pc:docMk/>
            <pc:sldMk cId="0" sldId="262"/>
            <ac:spMk id="26" creationId="{369C2C0F-689C-D988-4A4F-B6B93B43D23E}"/>
          </ac:spMkLst>
        </pc:spChg>
      </pc:sldChg>
      <pc:sldChg chg="del">
        <pc:chgData name="Jullie Belmonte" userId="1153c24ac8951566" providerId="LiveId" clId="{1F3AD265-2A99-4E47-99BD-100A552C5535}" dt="2026-04-20T16:17:54.188" v="8" actId="2696"/>
        <pc:sldMkLst>
          <pc:docMk/>
          <pc:sldMk cId="0" sldId="263"/>
        </pc:sldMkLst>
      </pc:sldChg>
      <pc:sldChg chg="addSp delSp modSp del mod">
        <pc:chgData name="Jullie Belmonte" userId="1153c24ac8951566" providerId="LiveId" clId="{1F3AD265-2A99-4E47-99BD-100A552C5535}" dt="2026-04-20T16:26:10.726" v="258" actId="2696"/>
        <pc:sldMkLst>
          <pc:docMk/>
          <pc:sldMk cId="0" sldId="264"/>
        </pc:sldMkLst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3" creationId="{0FC9CB4D-52B7-37BF-62D4-C0263B4D420F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4" creationId="{CFF8B86A-09A9-CB38-DDC5-20B71855C49B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9" creationId="{55B5B9D4-E6F4-18FD-FFD8-08B68B88FB74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11" creationId="{3F43C766-35CC-38E9-A988-72262A6F0FD6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14" creationId="{1B172154-388D-F83F-77C1-ADD191A6C649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20" creationId="{D2688BF6-0D89-B29C-F761-B2A8C3A3D640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22" creationId="{DBC23DC8-6502-0415-E0B6-E97997936CAA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27" creationId="{8D1474DC-48F9-A169-52C1-A603CE1B29F4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30" creationId="{10884519-E42A-8333-9847-9607F3AA3B45}"/>
          </ac:spMkLst>
        </pc:spChg>
        <pc:spChg chg="add mod">
          <ac:chgData name="Jullie Belmonte" userId="1153c24ac8951566" providerId="LiveId" clId="{1F3AD265-2A99-4E47-99BD-100A552C5535}" dt="2026-04-20T16:24:46.934" v="243"/>
          <ac:spMkLst>
            <pc:docMk/>
            <pc:sldMk cId="0" sldId="264"/>
            <ac:spMk id="31" creationId="{54F835B2-74D9-A47C-D760-1A94BC8662EC}"/>
          </ac:spMkLst>
        </pc:spChg>
        <pc:spChg chg="add mod">
          <ac:chgData name="Jullie Belmonte" userId="1153c24ac8951566" providerId="LiveId" clId="{1F3AD265-2A99-4E47-99BD-100A552C5535}" dt="2026-04-20T16:25:48.107" v="257" actId="14100"/>
          <ac:spMkLst>
            <pc:docMk/>
            <pc:sldMk cId="0" sldId="264"/>
            <ac:spMk id="35" creationId="{7069AEF9-CE22-B5D9-48A6-C94548259D07}"/>
          </ac:spMkLst>
        </pc:spChg>
        <pc:picChg chg="add del mod">
          <ac:chgData name="Jullie Belmonte" userId="1153c24ac8951566" providerId="LiveId" clId="{1F3AD265-2A99-4E47-99BD-100A552C5535}" dt="2026-04-20T16:25:05.536" v="245" actId="478"/>
          <ac:picMkLst>
            <pc:docMk/>
            <pc:sldMk cId="0" sldId="264"/>
            <ac:picMk id="34" creationId="{F47540EE-C3BD-7814-B11A-26583180833E}"/>
          </ac:picMkLst>
        </pc:picChg>
      </pc:sldChg>
      <pc:sldChg chg="addSp delSp modSp del mod ord">
        <pc:chgData name="Jullie Belmonte" userId="1153c24ac8951566" providerId="LiveId" clId="{1F3AD265-2A99-4E47-99BD-100A552C5535}" dt="2026-04-20T17:41:27.231" v="1606" actId="2696"/>
        <pc:sldMkLst>
          <pc:docMk/>
          <pc:sldMk cId="0" sldId="265"/>
        </pc:sldMkLst>
        <pc:picChg chg="add mod">
          <ac:chgData name="Jullie Belmonte" userId="1153c24ac8951566" providerId="LiveId" clId="{1F3AD265-2A99-4E47-99BD-100A552C5535}" dt="2026-04-20T16:47:21.435" v="1169" actId="1076"/>
          <ac:picMkLst>
            <pc:docMk/>
            <pc:sldMk cId="0" sldId="265"/>
            <ac:picMk id="3" creationId="{8D22A702-246A-DBC3-FBEE-BA0532B833D8}"/>
          </ac:picMkLst>
        </pc:picChg>
        <pc:picChg chg="add del mod">
          <ac:chgData name="Jullie Belmonte" userId="1153c24ac8951566" providerId="LiveId" clId="{1F3AD265-2A99-4E47-99BD-100A552C5535}" dt="2026-04-20T16:40:08.384" v="1058" actId="21"/>
          <ac:picMkLst>
            <pc:docMk/>
            <pc:sldMk cId="0" sldId="265"/>
            <ac:picMk id="5" creationId="{4C56CF08-AC01-E53F-18C9-ACA7FC8D4D78}"/>
          </ac:picMkLst>
        </pc:picChg>
        <pc:picChg chg="add mod">
          <ac:chgData name="Jullie Belmonte" userId="1153c24ac8951566" providerId="LiveId" clId="{1F3AD265-2A99-4E47-99BD-100A552C5535}" dt="2026-04-20T16:47:16.942" v="1168"/>
          <ac:picMkLst>
            <pc:docMk/>
            <pc:sldMk cId="0" sldId="265"/>
            <ac:picMk id="6" creationId="{9A6097B4-A7B0-6BA2-D9D1-66037652ADFC}"/>
          </ac:picMkLst>
        </pc:picChg>
      </pc:sldChg>
      <pc:sldChg chg="del">
        <pc:chgData name="Jullie Belmonte" userId="1153c24ac8951566" providerId="LiveId" clId="{1F3AD265-2A99-4E47-99BD-100A552C5535}" dt="2026-04-20T16:18:20.342" v="9" actId="2696"/>
        <pc:sldMkLst>
          <pc:docMk/>
          <pc:sldMk cId="0" sldId="266"/>
        </pc:sldMkLst>
      </pc:sldChg>
      <pc:sldChg chg="del">
        <pc:chgData name="Jullie Belmonte" userId="1153c24ac8951566" providerId="LiveId" clId="{1F3AD265-2A99-4E47-99BD-100A552C5535}" dt="2026-04-20T16:20:32.076" v="10" actId="2696"/>
        <pc:sldMkLst>
          <pc:docMk/>
          <pc:sldMk cId="0" sldId="267"/>
        </pc:sldMkLst>
      </pc:sldChg>
      <pc:sldChg chg="addSp delSp modSp add mod">
        <pc:chgData name="Jullie Belmonte" userId="1153c24ac8951566" providerId="LiveId" clId="{1F3AD265-2A99-4E47-99BD-100A552C5535}" dt="2026-04-20T16:21:28.449" v="63" actId="1076"/>
        <pc:sldMkLst>
          <pc:docMk/>
          <pc:sldMk cId="2910992311" sldId="268"/>
        </pc:sldMkLst>
        <pc:spChg chg="del">
          <ac:chgData name="Jullie Belmonte" userId="1153c24ac8951566" providerId="LiveId" clId="{1F3AD265-2A99-4E47-99BD-100A552C5535}" dt="2026-04-20T16:21:09.410" v="62" actId="478"/>
          <ac:spMkLst>
            <pc:docMk/>
            <pc:sldMk cId="2910992311" sldId="268"/>
            <ac:spMk id="3" creationId="{BFA2E3DD-9686-07A3-C49A-ECC63213F505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4" creationId="{F5CC12C0-2BC1-C334-855D-270C850AD2A1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5" creationId="{49F7335E-88EC-73C8-676A-A49ACDD0E1A2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9" creationId="{39483BA7-4955-CB60-789D-FDB0C7682D60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10" creationId="{322E8945-DBC1-D2CC-FC76-84A8BB2E119D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11" creationId="{78A61652-726E-D9BD-2F40-054D021FB3D4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16" creationId="{5BAAC9ED-325F-C960-60D4-0E98395B4B8A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19" creationId="{B3E2D627-BA39-607E-11F0-71CFF7E8BDBF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26" creationId="{8BB7FD91-043E-CF52-6D5B-E58455DC2EF0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30" creationId="{2E5E1A15-4BC3-335F-2E01-1D75E23CF6B3}"/>
          </ac:spMkLst>
        </pc:spChg>
        <pc:spChg chg="del">
          <ac:chgData name="Jullie Belmonte" userId="1153c24ac8951566" providerId="LiveId" clId="{1F3AD265-2A99-4E47-99BD-100A552C5535}" dt="2026-04-20T16:17:46.517" v="6" actId="478"/>
          <ac:spMkLst>
            <pc:docMk/>
            <pc:sldMk cId="2910992311" sldId="268"/>
            <ac:spMk id="31" creationId="{16F4105F-3E8A-D76E-8F2E-D34E183493DC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34" creationId="{D18DE2FD-A65E-5D70-F1FA-238DB926C630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40" creationId="{451D0AE2-0D7B-BA8B-842C-84B906B63DC3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42" creationId="{367E68DE-1701-E1AA-75DA-D70E424CDAEC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49" creationId="{F12F28C6-C34F-914B-7A93-2AADA524A829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54" creationId="{B7AA6BA3-1886-C4FF-912D-97D2C70FC90B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55" creationId="{A75013E6-1CA4-4F8C-3893-0A0B63CB088D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61" creationId="{5638C31B-F7C4-6E23-11E0-0EF95F42524D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62" creationId="{9155C328-7BB4-B439-5D99-30BEE7D285B5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64" creationId="{90A128BD-958E-2F2F-9D12-48171A51E9AA}"/>
          </ac:spMkLst>
        </pc:spChg>
        <pc:spChg chg="add mod">
          <ac:chgData name="Jullie Belmonte" userId="1153c24ac8951566" providerId="LiveId" clId="{1F3AD265-2A99-4E47-99BD-100A552C5535}" dt="2026-04-20T16:17:47.095" v="7"/>
          <ac:spMkLst>
            <pc:docMk/>
            <pc:sldMk cId="2910992311" sldId="268"/>
            <ac:spMk id="66" creationId="{471158BF-A90C-F6BA-F950-2A65F9C9B656}"/>
          </ac:spMkLst>
        </pc:spChg>
        <pc:spChg chg="add mod">
          <ac:chgData name="Jullie Belmonte" userId="1153c24ac8951566" providerId="LiveId" clId="{1F3AD265-2A99-4E47-99BD-100A552C5535}" dt="2026-04-20T16:21:06.065" v="61" actId="1076"/>
          <ac:spMkLst>
            <pc:docMk/>
            <pc:sldMk cId="2910992311" sldId="268"/>
            <ac:spMk id="68" creationId="{7E6EFAC8-40AC-942F-E052-143E8E41922E}"/>
          </ac:spMkLst>
        </pc:spChg>
        <pc:picChg chg="mod">
          <ac:chgData name="Jullie Belmonte" userId="1153c24ac8951566" providerId="LiveId" clId="{1F3AD265-2A99-4E47-99BD-100A552C5535}" dt="2026-04-20T16:21:28.449" v="63" actId="1076"/>
          <ac:picMkLst>
            <pc:docMk/>
            <pc:sldMk cId="2910992311" sldId="268"/>
            <ac:picMk id="102" creationId="{218EB2AF-7E37-1C11-F204-37F81EE96D87}"/>
          </ac:picMkLst>
        </pc:picChg>
      </pc:sldChg>
      <pc:sldChg chg="addSp delSp modSp add mod ord">
        <pc:chgData name="Jullie Belmonte" userId="1153c24ac8951566" providerId="LiveId" clId="{1F3AD265-2A99-4E47-99BD-100A552C5535}" dt="2026-04-20T17:42:37.484" v="1612"/>
        <pc:sldMkLst>
          <pc:docMk/>
          <pc:sldMk cId="1920017281" sldId="269"/>
        </pc:sldMkLst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2" creationId="{163451A1-8E74-1949-2A8E-E1C73C14F4A6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3" creationId="{9006CABB-B71D-4BA1-8DAD-94247983CB48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4" creationId="{0B9C92D5-4067-5CF3-F734-EB61C1014586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5" creationId="{AE816F8A-697A-C9A5-FFFB-59BA3B546478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7" creationId="{C215D69E-F67B-A126-DC90-C132A89B13C5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10" creationId="{C176CE48-82F8-58ED-60C7-B0F1570260AA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12" creationId="{A6DD21B7-01D0-120E-B0E4-7ED0EC806804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13" creationId="{977445C3-2C21-6DB4-FB37-1944348A84A8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14" creationId="{BDAAA1A4-4CA2-053C-78DE-669FE60AE88C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22" creationId="{F98F79D5-A07C-D3FB-F5E2-9E6EFFDA6A98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23" creationId="{03DE8908-B0F8-5518-A7CB-B4A23D80E4C8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24" creationId="{4FC378E4-789F-AEBC-A99C-79D9A168ED20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25" creationId="{EF0CFB78-BC1B-9454-D1AD-5D5C1DC622AA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26" creationId="{14A5A998-03B6-57AC-5C53-2CC84FA5BBAA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28" creationId="{81A11887-FABD-436F-2307-14D0BF1756CB}"/>
          </ac:spMkLst>
        </pc:spChg>
        <pc:spChg chg="del">
          <ac:chgData name="Jullie Belmonte" userId="1153c24ac8951566" providerId="LiveId" clId="{1F3AD265-2A99-4E47-99BD-100A552C5535}" dt="2026-04-20T16:40:38.250" v="1063" actId="478"/>
          <ac:spMkLst>
            <pc:docMk/>
            <pc:sldMk cId="1920017281" sldId="269"/>
            <ac:spMk id="29" creationId="{FD7F147C-A280-2348-5B65-7AA999E3FF51}"/>
          </ac:spMkLst>
        </pc:spChg>
        <pc:spChg chg="del">
          <ac:chgData name="Jullie Belmonte" userId="1153c24ac8951566" providerId="LiveId" clId="{1F3AD265-2A99-4E47-99BD-100A552C5535}" dt="2026-04-20T16:40:38.250" v="1063" actId="478"/>
          <ac:spMkLst>
            <pc:docMk/>
            <pc:sldMk cId="1920017281" sldId="269"/>
            <ac:spMk id="30" creationId="{3294A82B-C691-AA48-7954-B9A40BDD465C}"/>
          </ac:spMkLst>
        </pc:spChg>
        <pc:spChg chg="del">
          <ac:chgData name="Jullie Belmonte" userId="1153c24ac8951566" providerId="LiveId" clId="{1F3AD265-2A99-4E47-99BD-100A552C5535}" dt="2026-04-20T16:40:36.078" v="1062" actId="478"/>
          <ac:spMkLst>
            <pc:docMk/>
            <pc:sldMk cId="1920017281" sldId="269"/>
            <ac:spMk id="31" creationId="{EA7777C2-8EFF-16DE-D942-7FC03E773FA1}"/>
          </ac:spMkLst>
        </pc:spChg>
        <pc:spChg chg="del">
          <ac:chgData name="Jullie Belmonte" userId="1153c24ac8951566" providerId="LiveId" clId="{1F3AD265-2A99-4E47-99BD-100A552C5535}" dt="2026-04-20T16:40:38.250" v="1063" actId="478"/>
          <ac:spMkLst>
            <pc:docMk/>
            <pc:sldMk cId="1920017281" sldId="269"/>
            <ac:spMk id="32" creationId="{C6D0609F-549B-8DF8-EA89-B8340FF6F9B7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33" creationId="{E34A0195-3C11-BE10-02F6-48A6A8BDD51A}"/>
          </ac:spMkLst>
        </pc:spChg>
        <pc:spChg chg="del">
          <ac:chgData name="Jullie Belmonte" userId="1153c24ac8951566" providerId="LiveId" clId="{1F3AD265-2A99-4E47-99BD-100A552C5535}" dt="2026-04-20T16:40:38.250" v="1063" actId="478"/>
          <ac:spMkLst>
            <pc:docMk/>
            <pc:sldMk cId="1920017281" sldId="269"/>
            <ac:spMk id="34" creationId="{31816FEC-6C80-61E0-273F-8A5E5946DF95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35" creationId="{144CA024-AC2B-77D9-32A3-DA751643581D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36" creationId="{858AA426-067F-F43F-334A-686A880358CF}"/>
          </ac:spMkLst>
        </pc:spChg>
        <pc:spChg chg="add mod">
          <ac:chgData name="Jullie Belmonte" userId="1153c24ac8951566" providerId="LiveId" clId="{1F3AD265-2A99-4E47-99BD-100A552C5535}" dt="2026-04-20T17:06:39.378" v="1455" actId="20577"/>
          <ac:spMkLst>
            <pc:docMk/>
            <pc:sldMk cId="1920017281" sldId="269"/>
            <ac:spMk id="38" creationId="{3FDC5BA5-4EBB-CAAF-7056-1A4B78B03781}"/>
          </ac:spMkLst>
        </pc:spChg>
        <pc:spChg chg="del">
          <ac:chgData name="Jullie Belmonte" userId="1153c24ac8951566" providerId="LiveId" clId="{1F3AD265-2A99-4E47-99BD-100A552C5535}" dt="2026-04-20T16:40:41.195" v="1064" actId="478"/>
          <ac:spMkLst>
            <pc:docMk/>
            <pc:sldMk cId="1920017281" sldId="269"/>
            <ac:spMk id="71" creationId="{F0596CA9-BEAF-EA07-8541-9FAECB9BC5D7}"/>
          </ac:spMkLst>
        </pc:spChg>
        <pc:picChg chg="add mod">
          <ac:chgData name="Jullie Belmonte" userId="1153c24ac8951566" providerId="LiveId" clId="{1F3AD265-2A99-4E47-99BD-100A552C5535}" dt="2026-04-20T16:40:45.418" v="1066" actId="1076"/>
          <ac:picMkLst>
            <pc:docMk/>
            <pc:sldMk cId="1920017281" sldId="269"/>
            <ac:picMk id="37" creationId="{4C56CF08-AC01-E53F-18C9-ACA7FC8D4D78}"/>
          </ac:picMkLst>
        </pc:picChg>
      </pc:sldChg>
      <pc:sldChg chg="new del">
        <pc:chgData name="Jullie Belmonte" userId="1153c24ac8951566" providerId="LiveId" clId="{1F3AD265-2A99-4E47-99BD-100A552C5535}" dt="2026-04-20T16:40:28.567" v="1060" actId="2696"/>
        <pc:sldMkLst>
          <pc:docMk/>
          <pc:sldMk cId="2615216925" sldId="269"/>
        </pc:sldMkLst>
      </pc:sldChg>
      <pc:sldChg chg="addSp delSp modSp add mod ord">
        <pc:chgData name="Jullie Belmonte" userId="1153c24ac8951566" providerId="LiveId" clId="{1F3AD265-2A99-4E47-99BD-100A552C5535}" dt="2026-04-20T17:54:54.830" v="1713" actId="1076"/>
        <pc:sldMkLst>
          <pc:docMk/>
          <pc:sldMk cId="3685806962" sldId="270"/>
        </pc:sldMkLst>
        <pc:spChg chg="mod">
          <ac:chgData name="Jullie Belmonte" userId="1153c24ac8951566" providerId="LiveId" clId="{1F3AD265-2A99-4E47-99BD-100A552C5535}" dt="2026-04-20T17:48:19.818" v="1652" actId="20577"/>
          <ac:spMkLst>
            <pc:docMk/>
            <pc:sldMk cId="3685806962" sldId="270"/>
            <ac:spMk id="2" creationId="{8EFDA0F2-5C6C-5A9D-320F-BB76E4C7DF3A}"/>
          </ac:spMkLst>
        </pc:spChg>
        <pc:spChg chg="add del mod">
          <ac:chgData name="Jullie Belmonte" userId="1153c24ac8951566" providerId="LiveId" clId="{1F3AD265-2A99-4E47-99BD-100A552C5535}" dt="2026-04-20T17:52:52.907" v="1704" actId="14100"/>
          <ac:spMkLst>
            <pc:docMk/>
            <pc:sldMk cId="3685806962" sldId="270"/>
            <ac:spMk id="3" creationId="{747417BE-9098-2A3A-495C-7BDB01AC2092}"/>
          </ac:spMkLst>
        </pc:spChg>
        <pc:spChg chg="mod">
          <ac:chgData name="Jullie Belmonte" userId="1153c24ac8951566" providerId="LiveId" clId="{1F3AD265-2A99-4E47-99BD-100A552C5535}" dt="2026-04-20T17:52:57.652" v="1705" actId="14100"/>
          <ac:spMkLst>
            <pc:docMk/>
            <pc:sldMk cId="3685806962" sldId="270"/>
            <ac:spMk id="4" creationId="{8A2A6D6A-E5B5-99DC-92CC-7F674DBBAAB5}"/>
          </ac:spMkLst>
        </pc:spChg>
        <pc:spChg chg="del">
          <ac:chgData name="Jullie Belmonte" userId="1153c24ac8951566" providerId="LiveId" clId="{1F3AD265-2A99-4E47-99BD-100A552C5535}" dt="2026-04-20T17:47:35.620" v="1628" actId="478"/>
          <ac:spMkLst>
            <pc:docMk/>
            <pc:sldMk cId="3685806962" sldId="270"/>
            <ac:spMk id="5" creationId="{74BC562C-0856-0AF9-B02D-83C233C8EEBE}"/>
          </ac:spMkLst>
        </pc:spChg>
        <pc:spChg chg="del mod">
          <ac:chgData name="Jullie Belmonte" userId="1153c24ac8951566" providerId="LiveId" clId="{1F3AD265-2A99-4E47-99BD-100A552C5535}" dt="2026-04-20T17:50:51.854" v="1680" actId="478"/>
          <ac:spMkLst>
            <pc:docMk/>
            <pc:sldMk cId="3685806962" sldId="270"/>
            <ac:spMk id="6" creationId="{308A61D8-A688-C7FB-BDC6-39C97C5545AB}"/>
          </ac:spMkLst>
        </pc:spChg>
        <pc:spChg chg="mod">
          <ac:chgData name="Jullie Belmonte" userId="1153c24ac8951566" providerId="LiveId" clId="{1F3AD265-2A99-4E47-99BD-100A552C5535}" dt="2026-04-20T17:54:54.830" v="1713" actId="1076"/>
          <ac:spMkLst>
            <pc:docMk/>
            <pc:sldMk cId="3685806962" sldId="270"/>
            <ac:spMk id="7" creationId="{06BE4685-33CD-84D8-72E0-6093031AB0F5}"/>
          </ac:spMkLst>
        </pc:spChg>
        <pc:spChg chg="del mod">
          <ac:chgData name="Jullie Belmonte" userId="1153c24ac8951566" providerId="LiveId" clId="{1F3AD265-2A99-4E47-99BD-100A552C5535}" dt="2026-04-20T17:50:26.209" v="1670" actId="478"/>
          <ac:spMkLst>
            <pc:docMk/>
            <pc:sldMk cId="3685806962" sldId="270"/>
            <ac:spMk id="8" creationId="{5EAD25FE-DFB8-DD36-7A78-0B7C87ACA32B}"/>
          </ac:spMkLst>
        </pc:spChg>
        <pc:spChg chg="del">
          <ac:chgData name="Jullie Belmonte" userId="1153c24ac8951566" providerId="LiveId" clId="{1F3AD265-2A99-4E47-99BD-100A552C5535}" dt="2026-04-20T17:50:37.137" v="1672" actId="478"/>
          <ac:spMkLst>
            <pc:docMk/>
            <pc:sldMk cId="3685806962" sldId="270"/>
            <ac:spMk id="9" creationId="{0604B6F1-6932-424A-2C6A-72981B241B78}"/>
          </ac:spMkLst>
        </pc:spChg>
        <pc:spChg chg="del">
          <ac:chgData name="Jullie Belmonte" userId="1153c24ac8951566" providerId="LiveId" clId="{1F3AD265-2A99-4E47-99BD-100A552C5535}" dt="2026-04-20T17:50:39.199" v="1673" actId="478"/>
          <ac:spMkLst>
            <pc:docMk/>
            <pc:sldMk cId="3685806962" sldId="270"/>
            <ac:spMk id="10" creationId="{732A468F-2C00-E306-013E-25428508F01D}"/>
          </ac:spMkLst>
        </pc:spChg>
        <pc:spChg chg="del">
          <ac:chgData name="Jullie Belmonte" userId="1153c24ac8951566" providerId="LiveId" clId="{1F3AD265-2A99-4E47-99BD-100A552C5535}" dt="2026-04-20T17:50:40.698" v="1674" actId="478"/>
          <ac:spMkLst>
            <pc:docMk/>
            <pc:sldMk cId="3685806962" sldId="270"/>
            <ac:spMk id="11" creationId="{6B44A4F0-D1EF-FB51-1EFA-F805B452DC04}"/>
          </ac:spMkLst>
        </pc:spChg>
        <pc:spChg chg="del">
          <ac:chgData name="Jullie Belmonte" userId="1153c24ac8951566" providerId="LiveId" clId="{1F3AD265-2A99-4E47-99BD-100A552C5535}" dt="2026-04-20T17:50:49.441" v="1679" actId="478"/>
          <ac:spMkLst>
            <pc:docMk/>
            <pc:sldMk cId="3685806962" sldId="270"/>
            <ac:spMk id="12" creationId="{ED70157E-F6AB-4997-1A76-35152EACB9CC}"/>
          </ac:spMkLst>
        </pc:spChg>
        <pc:spChg chg="del">
          <ac:chgData name="Jullie Belmonte" userId="1153c24ac8951566" providerId="LiveId" clId="{1F3AD265-2A99-4E47-99BD-100A552C5535}" dt="2026-04-20T17:47:22.243" v="1618" actId="478"/>
          <ac:spMkLst>
            <pc:docMk/>
            <pc:sldMk cId="3685806962" sldId="270"/>
            <ac:spMk id="13" creationId="{E2A65976-6951-8E0A-0638-251C3E19EF89}"/>
          </ac:spMkLst>
        </pc:spChg>
        <pc:spChg chg="del">
          <ac:chgData name="Jullie Belmonte" userId="1153c24ac8951566" providerId="LiveId" clId="{1F3AD265-2A99-4E47-99BD-100A552C5535}" dt="2026-04-20T17:47:20.980" v="1616" actId="478"/>
          <ac:spMkLst>
            <pc:docMk/>
            <pc:sldMk cId="3685806962" sldId="270"/>
            <ac:spMk id="14" creationId="{BDE1B7BA-956D-05B8-97D8-8562050A9810}"/>
          </ac:spMkLst>
        </pc:spChg>
        <pc:spChg chg="del">
          <ac:chgData name="Jullie Belmonte" userId="1153c24ac8951566" providerId="LiveId" clId="{1F3AD265-2A99-4E47-99BD-100A552C5535}" dt="2026-04-20T17:47:21.778" v="1617" actId="478"/>
          <ac:spMkLst>
            <pc:docMk/>
            <pc:sldMk cId="3685806962" sldId="270"/>
            <ac:spMk id="15" creationId="{53996D6F-C4F5-C833-AFFE-615B9AD3BF5C}"/>
          </ac:spMkLst>
        </pc:spChg>
        <pc:spChg chg="del mod">
          <ac:chgData name="Jullie Belmonte" userId="1153c24ac8951566" providerId="LiveId" clId="{1F3AD265-2A99-4E47-99BD-100A552C5535}" dt="2026-04-20T17:47:25.773" v="1621" actId="478"/>
          <ac:spMkLst>
            <pc:docMk/>
            <pc:sldMk cId="3685806962" sldId="270"/>
            <ac:spMk id="16" creationId="{F5AB4831-EEF3-D17C-9332-C2CB51B7639F}"/>
          </ac:spMkLst>
        </pc:spChg>
        <pc:spChg chg="del mod">
          <ac:chgData name="Jullie Belmonte" userId="1153c24ac8951566" providerId="LiveId" clId="{1F3AD265-2A99-4E47-99BD-100A552C5535}" dt="2026-04-20T17:47:27.373" v="1622" actId="478"/>
          <ac:spMkLst>
            <pc:docMk/>
            <pc:sldMk cId="3685806962" sldId="270"/>
            <ac:spMk id="17" creationId="{3D3E94D2-8C65-B55D-FC4A-3BE8C8E4A1D2}"/>
          </ac:spMkLst>
        </pc:spChg>
        <pc:spChg chg="del">
          <ac:chgData name="Jullie Belmonte" userId="1153c24ac8951566" providerId="LiveId" clId="{1F3AD265-2A99-4E47-99BD-100A552C5535}" dt="2026-04-20T17:47:28.806" v="1623" actId="478"/>
          <ac:spMkLst>
            <pc:docMk/>
            <pc:sldMk cId="3685806962" sldId="270"/>
            <ac:spMk id="18" creationId="{91705A43-7807-A21F-3CBC-F205796B2F65}"/>
          </ac:spMkLst>
        </pc:spChg>
        <pc:spChg chg="del">
          <ac:chgData name="Jullie Belmonte" userId="1153c24ac8951566" providerId="LiveId" clId="{1F3AD265-2A99-4E47-99BD-100A552C5535}" dt="2026-04-20T17:47:29.970" v="1624" actId="478"/>
          <ac:spMkLst>
            <pc:docMk/>
            <pc:sldMk cId="3685806962" sldId="270"/>
            <ac:spMk id="19" creationId="{B0582B67-5D4E-A7B0-4B56-405CAB3E1411}"/>
          </ac:spMkLst>
        </pc:spChg>
        <pc:spChg chg="del">
          <ac:chgData name="Jullie Belmonte" userId="1153c24ac8951566" providerId="LiveId" clId="{1F3AD265-2A99-4E47-99BD-100A552C5535}" dt="2026-04-20T17:47:31.257" v="1625" actId="478"/>
          <ac:spMkLst>
            <pc:docMk/>
            <pc:sldMk cId="3685806962" sldId="270"/>
            <ac:spMk id="20" creationId="{C087CC33-7103-12E5-E744-C52C6E57FD74}"/>
          </ac:spMkLst>
        </pc:spChg>
        <pc:spChg chg="del">
          <ac:chgData name="Jullie Belmonte" userId="1153c24ac8951566" providerId="LiveId" clId="{1F3AD265-2A99-4E47-99BD-100A552C5535}" dt="2026-04-20T17:47:32.299" v="1626" actId="478"/>
          <ac:spMkLst>
            <pc:docMk/>
            <pc:sldMk cId="3685806962" sldId="270"/>
            <ac:spMk id="21" creationId="{856C328E-CF76-D802-0AFF-6166CDE19D02}"/>
          </ac:spMkLst>
        </pc:spChg>
        <pc:spChg chg="del">
          <ac:chgData name="Jullie Belmonte" userId="1153c24ac8951566" providerId="LiveId" clId="{1F3AD265-2A99-4E47-99BD-100A552C5535}" dt="2026-04-20T17:47:33.458" v="1627" actId="478"/>
          <ac:spMkLst>
            <pc:docMk/>
            <pc:sldMk cId="3685806962" sldId="270"/>
            <ac:spMk id="22" creationId="{C06D4D1C-F82A-844B-ADA9-744652042A97}"/>
          </ac:spMkLst>
        </pc:spChg>
        <pc:spChg chg="del">
          <ac:chgData name="Jullie Belmonte" userId="1153c24ac8951566" providerId="LiveId" clId="{1F3AD265-2A99-4E47-99BD-100A552C5535}" dt="2026-04-20T17:48:05.191" v="1636" actId="478"/>
          <ac:spMkLst>
            <pc:docMk/>
            <pc:sldMk cId="3685806962" sldId="270"/>
            <ac:spMk id="23" creationId="{6F015654-0B8F-824E-232F-80F9CCA7F92F}"/>
          </ac:spMkLst>
        </pc:spChg>
        <pc:spChg chg="del">
          <ac:chgData name="Jullie Belmonte" userId="1153c24ac8951566" providerId="LiveId" clId="{1F3AD265-2A99-4E47-99BD-100A552C5535}" dt="2026-04-20T17:48:06.156" v="1637" actId="478"/>
          <ac:spMkLst>
            <pc:docMk/>
            <pc:sldMk cId="3685806962" sldId="270"/>
            <ac:spMk id="24" creationId="{C7884812-E43E-EB7E-6D18-01C25FC176F4}"/>
          </ac:spMkLst>
        </pc:spChg>
        <pc:spChg chg="add del mod">
          <ac:chgData name="Jullie Belmonte" userId="1153c24ac8951566" providerId="LiveId" clId="{1F3AD265-2A99-4E47-99BD-100A552C5535}" dt="2026-04-20T17:52:43.743" v="1700" actId="478"/>
          <ac:spMkLst>
            <pc:docMk/>
            <pc:sldMk cId="3685806962" sldId="270"/>
            <ac:spMk id="25" creationId="{B55A99F3-8E3C-C394-F966-4D4FFDC2995E}"/>
          </ac:spMkLst>
        </pc:spChg>
        <pc:spChg chg="add del mod">
          <ac:chgData name="Jullie Belmonte" userId="1153c24ac8951566" providerId="LiveId" clId="{1F3AD265-2A99-4E47-99BD-100A552C5535}" dt="2026-04-20T17:52:45.794" v="1701" actId="478"/>
          <ac:spMkLst>
            <pc:docMk/>
            <pc:sldMk cId="3685806962" sldId="270"/>
            <ac:spMk id="26" creationId="{0AF02F0A-1522-0E48-FA1A-D19B5256783F}"/>
          </ac:spMkLst>
        </pc:spChg>
        <pc:picChg chg="add mod">
          <ac:chgData name="Jullie Belmonte" userId="1153c24ac8951566" providerId="LiveId" clId="{1F3AD265-2A99-4E47-99BD-100A552C5535}" dt="2026-04-20T17:52:59.965" v="1706" actId="1076"/>
          <ac:picMkLst>
            <pc:docMk/>
            <pc:sldMk cId="3685806962" sldId="270"/>
            <ac:picMk id="28" creationId="{F2566EDE-D836-2C6A-9CAF-8F599EE02CB2}"/>
          </ac:picMkLst>
        </pc:picChg>
      </pc:sldChg>
      <pc:sldMasterChg chg="delSldLayout">
        <pc:chgData name="Jullie Belmonte" userId="1153c24ac8951566" providerId="LiveId" clId="{1F3AD265-2A99-4E47-99BD-100A552C5535}" dt="2026-04-20T16:40:28.567" v="1060" actId="2696"/>
        <pc:sldMasterMkLst>
          <pc:docMk/>
          <pc:sldMasterMk cId="0" sldId="2147483659"/>
        </pc:sldMasterMkLst>
        <pc:sldLayoutChg chg="del">
          <pc:chgData name="Jullie Belmonte" userId="1153c24ac8951566" providerId="LiveId" clId="{1F3AD265-2A99-4E47-99BD-100A552C5535}" dt="2026-04-20T16:40:28.567" v="1060" actId="2696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Jullie Belmonte" userId="1153c24ac8951566" providerId="LiveId" clId="{1F3AD265-2A99-4E47-99BD-100A552C5535}" dt="2026-04-20T16:20:32.076" v="10" actId="2696"/>
          <pc:sldLayoutMkLst>
            <pc:docMk/>
            <pc:sldMasterMk cId="0" sldId="2147483659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b71bda7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b71bda7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71bda79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b71bda79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b71bda79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b71bda79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b71bda79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b71bda79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71bda7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71bda7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BB808E91-0FDC-1334-3A82-32068AAA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71bda799_0_22:notes">
            <a:extLst>
              <a:ext uri="{FF2B5EF4-FFF2-40B4-BE49-F238E27FC236}">
                <a16:creationId xmlns:a16="http://schemas.microsoft.com/office/drawing/2014/main" id="{CDDD7C36-8F0F-38C9-103C-18693235F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71bda799_0_22:notes">
            <a:extLst>
              <a:ext uri="{FF2B5EF4-FFF2-40B4-BE49-F238E27FC236}">
                <a16:creationId xmlns:a16="http://schemas.microsoft.com/office/drawing/2014/main" id="{39294906-08BF-14A4-3F61-B0F5FABD1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379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0C38A98-946E-A5FB-6694-59EE4EF7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b71bda799_0_45:notes">
            <a:extLst>
              <a:ext uri="{FF2B5EF4-FFF2-40B4-BE49-F238E27FC236}">
                <a16:creationId xmlns:a16="http://schemas.microsoft.com/office/drawing/2014/main" id="{512AF7E3-79EA-C055-A200-2F2532AB0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b71bda799_0_45:notes">
            <a:extLst>
              <a:ext uri="{FF2B5EF4-FFF2-40B4-BE49-F238E27FC236}">
                <a16:creationId xmlns:a16="http://schemas.microsoft.com/office/drawing/2014/main" id="{B46BC641-0DD8-14CB-20C1-170A84357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137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b71bda79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b71bda79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3DC0DDE4-665A-DB35-B38E-2A43BC63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b71bda799_0_42:notes">
            <a:extLst>
              <a:ext uri="{FF2B5EF4-FFF2-40B4-BE49-F238E27FC236}">
                <a16:creationId xmlns:a16="http://schemas.microsoft.com/office/drawing/2014/main" id="{A57844B2-CB8B-8B27-9962-17FB918731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b71bda799_0_42:notes">
            <a:extLst>
              <a:ext uri="{FF2B5EF4-FFF2-40B4-BE49-F238E27FC236}">
                <a16:creationId xmlns:a16="http://schemas.microsoft.com/office/drawing/2014/main" id="{5C61D102-686B-BE96-0CE3-18556691B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75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874350"/>
            <a:ext cx="6304200" cy="10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Churn Prediction</a:t>
            </a:r>
            <a:endParaRPr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45750" y="2339650"/>
            <a:ext cx="81447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Detecção de risco de cancelamento com explicabilidade, monitoramento e arquitetura de produção</a:t>
            </a:r>
            <a:endParaRPr dirty="0"/>
          </a:p>
        </p:txBody>
      </p:sp>
      <p:cxnSp>
        <p:nvCxnSpPr>
          <p:cNvPr id="56" name="Google Shape;56;p13"/>
          <p:cNvCxnSpPr/>
          <p:nvPr/>
        </p:nvCxnSpPr>
        <p:spPr>
          <a:xfrm>
            <a:off x="398300" y="3355150"/>
            <a:ext cx="7055700" cy="1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48932385-3666-EB5E-FE7A-574F67423E14}"/>
              </a:ext>
            </a:extLst>
          </p:cNvPr>
          <p:cNvSpPr/>
          <p:nvPr/>
        </p:nvSpPr>
        <p:spPr>
          <a:xfrm>
            <a:off x="309440" y="3702150"/>
            <a:ext cx="1256371" cy="567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LightGBM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20CCC3-B6F1-8279-773F-8DFE9A449844}"/>
              </a:ext>
            </a:extLst>
          </p:cNvPr>
          <p:cNvSpPr/>
          <p:nvPr/>
        </p:nvSpPr>
        <p:spPr>
          <a:xfrm>
            <a:off x="1733079" y="3702150"/>
            <a:ext cx="1256371" cy="567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SHAP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E8459C-5757-2C3A-9351-9944D392C25A}"/>
              </a:ext>
            </a:extLst>
          </p:cNvPr>
          <p:cNvSpPr/>
          <p:nvPr/>
        </p:nvSpPr>
        <p:spPr>
          <a:xfrm>
            <a:off x="3156718" y="3702150"/>
            <a:ext cx="1256371" cy="567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FastAPI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E10AFE-C724-2D18-8765-69E69544C43A}"/>
              </a:ext>
            </a:extLst>
          </p:cNvPr>
          <p:cNvSpPr/>
          <p:nvPr/>
        </p:nvSpPr>
        <p:spPr>
          <a:xfrm>
            <a:off x="4580357" y="3702150"/>
            <a:ext cx="1256371" cy="567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MLOps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187275" y="843377"/>
            <a:ext cx="3869911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O problema de negócio</a:t>
            </a:r>
            <a:endParaRPr sz="2300" b="1" dirty="0"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75" y="3278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18">
            <a:extLst>
              <a:ext uri="{FF2B5EF4-FFF2-40B4-BE49-F238E27FC236}">
                <a16:creationId xmlns:a16="http://schemas.microsoft.com/office/drawing/2014/main" id="{EF9037E1-33CD-9DFC-EDBF-2688061D1109}"/>
              </a:ext>
            </a:extLst>
          </p:cNvPr>
          <p:cNvSpPr/>
          <p:nvPr/>
        </p:nvSpPr>
        <p:spPr>
          <a:xfrm>
            <a:off x="457200" y="4038460"/>
            <a:ext cx="8229600" cy="777240"/>
          </a:xfrm>
          <a:prstGeom prst="rect">
            <a:avLst/>
          </a:prstGeom>
          <a:solidFill>
            <a:srgbClr val="E8F4F3"/>
          </a:solidFill>
          <a:ln w="10160">
            <a:solidFill>
              <a:srgbClr val="99D6D1"/>
            </a:solidFill>
            <a:prstDash val="solid"/>
          </a:ln>
        </p:spPr>
        <p:txBody>
          <a:bodyPr/>
          <a:lstStyle/>
          <a:p>
            <a:r>
              <a:rPr lang="pt-BR" b="1" dirty="0">
                <a:solidFill>
                  <a:srgbClr val="008080"/>
                </a:solidFill>
              </a:rPr>
              <a:t>Ideia central</a:t>
            </a:r>
            <a:r>
              <a:rPr lang="pt-BR" dirty="0">
                <a:solidFill>
                  <a:srgbClr val="008080"/>
                </a:solidFill>
              </a:rPr>
              <a:t>: </a:t>
            </a:r>
            <a:r>
              <a:rPr lang="pt-BR" dirty="0">
                <a:solidFill>
                  <a:srgbClr val="008080"/>
                </a:solidFill>
                <a:highlight>
                  <a:srgbClr val="E1F5EE"/>
                </a:highlight>
              </a:rPr>
              <a:t>Dado um cliente, estimar a probabilidade de ele cancelar nos próximos 30 dias — para o time de retenção agir antes que isso aconteça.</a:t>
            </a:r>
            <a:endParaRPr lang="pt-BR" dirty="0">
              <a:solidFill>
                <a:srgbClr val="008080"/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1A7E751-CBD0-B80D-D670-87DCF0AD9845}"/>
              </a:ext>
            </a:extLst>
          </p:cNvPr>
          <p:cNvSpPr/>
          <p:nvPr/>
        </p:nvSpPr>
        <p:spPr>
          <a:xfrm>
            <a:off x="411480" y="1722574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C5CAFBC-F610-F92C-A961-0368C42E49B3}"/>
              </a:ext>
            </a:extLst>
          </p:cNvPr>
          <p:cNvSpPr/>
          <p:nvPr/>
        </p:nvSpPr>
        <p:spPr>
          <a:xfrm>
            <a:off x="411480" y="190545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6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B906AD5-EA28-774E-C924-F5C885BD6320}"/>
              </a:ext>
            </a:extLst>
          </p:cNvPr>
          <p:cNvSpPr/>
          <p:nvPr/>
        </p:nvSpPr>
        <p:spPr>
          <a:xfrm>
            <a:off x="548640" y="268269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Total </a:t>
            </a:r>
            <a:r>
              <a:rPr lang="en-US" sz="1100" b="1" dirty="0" err="1">
                <a:solidFill>
                  <a:srgbClr val="1E293B"/>
                </a:solidFill>
              </a:rPr>
              <a:t>clientes</a:t>
            </a:r>
            <a:endParaRPr lang="en-US" sz="11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E2FF984-065E-5756-1AB2-B2A826272F8C}"/>
              </a:ext>
            </a:extLst>
          </p:cNvPr>
          <p:cNvSpPr/>
          <p:nvPr/>
        </p:nvSpPr>
        <p:spPr>
          <a:xfrm>
            <a:off x="502920" y="307588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Vamos </a:t>
            </a:r>
            <a:r>
              <a:rPr lang="en-US" sz="950" dirty="0" err="1">
                <a:solidFill>
                  <a:schemeClr val="bg2"/>
                </a:solidFill>
              </a:rPr>
              <a:t>segmentar</a:t>
            </a:r>
            <a:r>
              <a:rPr lang="en-US" sz="950" dirty="0">
                <a:solidFill>
                  <a:schemeClr val="bg2"/>
                </a:solidFill>
              </a:rPr>
              <a:t> </a:t>
            </a:r>
            <a:r>
              <a:rPr lang="en-US" sz="950" dirty="0" err="1">
                <a:solidFill>
                  <a:schemeClr val="bg2"/>
                </a:solidFill>
              </a:rPr>
              <a:t>em</a:t>
            </a:r>
            <a:r>
              <a:rPr lang="en-US" sz="950" dirty="0">
                <a:solidFill>
                  <a:schemeClr val="bg2"/>
                </a:solidFill>
              </a:rPr>
              <a:t> 3 </a:t>
            </a:r>
            <a:r>
              <a:rPr lang="en-US" sz="950" dirty="0" err="1">
                <a:solidFill>
                  <a:schemeClr val="bg2"/>
                </a:solidFill>
              </a:rPr>
              <a:t>perfis</a:t>
            </a:r>
            <a:endParaRPr lang="en-US" sz="950" dirty="0">
              <a:solidFill>
                <a:schemeClr val="bg2"/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(</a:t>
            </a:r>
            <a:r>
              <a:rPr lang="en-US" sz="950" dirty="0" err="1">
                <a:solidFill>
                  <a:schemeClr val="bg2"/>
                </a:solidFill>
              </a:rPr>
              <a:t>segment_tenure</a:t>
            </a:r>
            <a:r>
              <a:rPr lang="en-US" sz="950" dirty="0">
                <a:solidFill>
                  <a:schemeClr val="bg2"/>
                </a:solidFill>
              </a:rPr>
              <a:t>, </a:t>
            </a:r>
            <a:r>
              <a:rPr lang="en-US" sz="950" dirty="0" err="1">
                <a:solidFill>
                  <a:schemeClr val="bg2"/>
                </a:solidFill>
              </a:rPr>
              <a:t>segment_recency</a:t>
            </a:r>
            <a:r>
              <a:rPr lang="en-US" sz="950" dirty="0">
                <a:solidFill>
                  <a:schemeClr val="bg2"/>
                </a:solidFill>
              </a:rPr>
              <a:t>, </a:t>
            </a:r>
            <a:r>
              <a:rPr lang="en-US" sz="950" dirty="0" err="1">
                <a:solidFill>
                  <a:schemeClr val="bg2"/>
                </a:solidFill>
              </a:rPr>
              <a:t>segment_engagement</a:t>
            </a:r>
            <a:r>
              <a:rPr lang="en-US" sz="95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B42900A-B63D-BA5A-8F3C-FA6692B7B217}"/>
              </a:ext>
            </a:extLst>
          </p:cNvPr>
          <p:cNvSpPr/>
          <p:nvPr/>
        </p:nvSpPr>
        <p:spPr>
          <a:xfrm>
            <a:off x="3246120" y="1722574"/>
            <a:ext cx="26060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3FE393D-5984-D047-9E43-4D7C240F07EF}"/>
              </a:ext>
            </a:extLst>
          </p:cNvPr>
          <p:cNvSpPr/>
          <p:nvPr/>
        </p:nvSpPr>
        <p:spPr>
          <a:xfrm>
            <a:off x="3246120" y="190545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52,6%</a:t>
            </a:r>
            <a:endParaRPr lang="en-US" sz="36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80D66D9-5E19-BC87-4D72-FF35C1401BBD}"/>
              </a:ext>
            </a:extLst>
          </p:cNvPr>
          <p:cNvSpPr/>
          <p:nvPr/>
        </p:nvSpPr>
        <p:spPr>
          <a:xfrm>
            <a:off x="3383280" y="268269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Taxa de churn</a:t>
            </a:r>
            <a:endParaRPr lang="en-US" sz="11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60C29A59-768A-56F7-5706-686B53318FD3}"/>
              </a:ext>
            </a:extLst>
          </p:cNvPr>
          <p:cNvSpPr/>
          <p:nvPr/>
        </p:nvSpPr>
        <p:spPr>
          <a:xfrm>
            <a:off x="3337560" y="307588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Dataset </a:t>
            </a:r>
            <a:r>
              <a:rPr lang="en-US" sz="950" dirty="0" err="1">
                <a:solidFill>
                  <a:schemeClr val="bg2"/>
                </a:solidFill>
              </a:rPr>
              <a:t>sintético</a:t>
            </a:r>
            <a:r>
              <a:rPr lang="en-US" sz="950" dirty="0">
                <a:solidFill>
                  <a:schemeClr val="bg2"/>
                </a:solidFill>
              </a:rPr>
              <a:t> e target </a:t>
            </a:r>
            <a:r>
              <a:rPr lang="en-US" sz="950" dirty="0" err="1">
                <a:solidFill>
                  <a:schemeClr val="bg2"/>
                </a:solidFill>
              </a:rPr>
              <a:t>gerado</a:t>
            </a:r>
            <a:r>
              <a:rPr lang="en-US" sz="950" dirty="0">
                <a:solidFill>
                  <a:schemeClr val="bg2"/>
                </a:solidFill>
              </a:rPr>
              <a:t> </a:t>
            </a:r>
            <a:r>
              <a:rPr lang="en-US" sz="950" dirty="0" err="1">
                <a:solidFill>
                  <a:schemeClr val="bg2"/>
                </a:solidFill>
              </a:rPr>
              <a:t>aleatoriamente</a:t>
            </a:r>
            <a:r>
              <a:rPr lang="en-US" sz="950" dirty="0">
                <a:solidFill>
                  <a:schemeClr val="bg2"/>
                </a:solidFill>
              </a:rPr>
              <a:t>, </a:t>
            </a:r>
            <a:r>
              <a:rPr lang="en-US" sz="950" dirty="0" err="1">
                <a:solidFill>
                  <a:schemeClr val="bg2"/>
                </a:solidFill>
              </a:rPr>
              <a:t>correlação</a:t>
            </a:r>
            <a:r>
              <a:rPr lang="en-US" sz="950" dirty="0">
                <a:solidFill>
                  <a:schemeClr val="bg2"/>
                </a:solidFill>
              </a:rPr>
              <a:t> </a:t>
            </a:r>
            <a:r>
              <a:rPr lang="en-US" sz="950" dirty="0" err="1">
                <a:solidFill>
                  <a:schemeClr val="bg2"/>
                </a:solidFill>
              </a:rPr>
              <a:t>baixa</a:t>
            </a:r>
            <a:r>
              <a:rPr lang="en-US" sz="950" dirty="0">
                <a:solidFill>
                  <a:schemeClr val="bg2"/>
                </a:solidFill>
              </a:rPr>
              <a:t> entre </a:t>
            </a:r>
            <a:r>
              <a:rPr lang="en-US" sz="950" dirty="0" err="1">
                <a:solidFill>
                  <a:schemeClr val="bg2"/>
                </a:solidFill>
              </a:rPr>
              <a:t>variáveis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0236912-A02E-14B8-5304-79D900944A3E}"/>
              </a:ext>
            </a:extLst>
          </p:cNvPr>
          <p:cNvSpPr/>
          <p:nvPr/>
        </p:nvSpPr>
        <p:spPr>
          <a:xfrm>
            <a:off x="6080760" y="1722574"/>
            <a:ext cx="2606040" cy="6400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7001A6A-A4A6-86A7-CF7B-6324C7ED4473}"/>
              </a:ext>
            </a:extLst>
          </p:cNvPr>
          <p:cNvSpPr/>
          <p:nvPr/>
        </p:nvSpPr>
        <p:spPr>
          <a:xfrm>
            <a:off x="6080760" y="190545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C834287-BD84-33A4-BA55-A825A82BFC9F}"/>
              </a:ext>
            </a:extLst>
          </p:cNvPr>
          <p:cNvSpPr/>
          <p:nvPr/>
        </p:nvSpPr>
        <p:spPr>
          <a:xfrm>
            <a:off x="6217920" y="268269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Captured Churn Rate CCR </a:t>
            </a:r>
            <a:endParaRPr lang="en-US" sz="11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4F8FEC-6D0A-226F-D37E-042F12555736}"/>
              </a:ext>
            </a:extLst>
          </p:cNvPr>
          <p:cNvSpPr txBox="1"/>
          <p:nvPr/>
        </p:nvSpPr>
        <p:spPr>
          <a:xfrm>
            <a:off x="6080760" y="3094174"/>
            <a:ext cx="2665141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50" b="0" i="0" dirty="0">
                <a:solidFill>
                  <a:schemeClr val="bg2"/>
                </a:solidFill>
                <a:effectLst/>
                <a:latin typeface="+mj-lt"/>
              </a:rPr>
              <a:t>Dos TP o modelo capturou 25% deles usando apenas os 20% mais arriscados da base</a:t>
            </a:r>
          </a:p>
          <a:p>
            <a:endParaRPr lang="pt-BR" sz="950" b="0" i="0" dirty="0">
              <a:solidFill>
                <a:schemeClr val="bg2"/>
              </a:solidFill>
              <a:effectLst/>
              <a:latin typeface="+mj-lt"/>
            </a:endParaRPr>
          </a:p>
          <a:p>
            <a:r>
              <a:rPr lang="pt-BR" sz="950" dirty="0">
                <a:solidFill>
                  <a:schemeClr val="bg2"/>
                </a:solidFill>
                <a:latin typeface="+mj-lt"/>
              </a:rPr>
              <a:t>CCR = </a:t>
            </a:r>
            <a:r>
              <a:rPr lang="pt-BR" sz="950" dirty="0" err="1">
                <a:solidFill>
                  <a:schemeClr val="bg2"/>
                </a:solidFill>
                <a:latin typeface="+mj-lt"/>
              </a:rPr>
              <a:t>churners</a:t>
            </a:r>
            <a:r>
              <a:rPr lang="pt-BR" sz="950" dirty="0">
                <a:solidFill>
                  <a:schemeClr val="bg2"/>
                </a:solidFill>
                <a:latin typeface="+mj-lt"/>
              </a:rPr>
              <a:t> capturados no top-N% / total de </a:t>
            </a:r>
            <a:r>
              <a:rPr lang="pt-BR" sz="950" dirty="0" err="1">
                <a:solidFill>
                  <a:schemeClr val="bg2"/>
                </a:solidFill>
                <a:latin typeface="+mj-lt"/>
              </a:rPr>
              <a:t>churners</a:t>
            </a:r>
            <a:r>
              <a:rPr lang="pt-BR" sz="950" dirty="0">
                <a:solidFill>
                  <a:schemeClr val="bg2"/>
                </a:solidFill>
                <a:latin typeface="+mj-lt"/>
              </a:rPr>
              <a:t> reais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8">
            <a:extLst>
              <a:ext uri="{FF2B5EF4-FFF2-40B4-BE49-F238E27FC236}">
                <a16:creationId xmlns:a16="http://schemas.microsoft.com/office/drawing/2014/main" id="{42D79801-39EC-AAA1-C013-CCF172A3E584}"/>
              </a:ext>
            </a:extLst>
          </p:cNvPr>
          <p:cNvSpPr/>
          <p:nvPr/>
        </p:nvSpPr>
        <p:spPr>
          <a:xfrm>
            <a:off x="3328416" y="2985516"/>
            <a:ext cx="1645920" cy="347472"/>
          </a:xfrm>
          <a:prstGeom prst="rect">
            <a:avLst/>
          </a:prstGeom>
          <a:solidFill>
            <a:srgbClr val="E8F4F3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2D78453D-A9D7-CA5D-A491-85CFC3BA5238}"/>
              </a:ext>
            </a:extLst>
          </p:cNvPr>
          <p:cNvSpPr/>
          <p:nvPr/>
        </p:nvSpPr>
        <p:spPr>
          <a:xfrm>
            <a:off x="3337560" y="333756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Google Shape;78;p16"/>
          <p:cNvSpPr txBox="1"/>
          <p:nvPr/>
        </p:nvSpPr>
        <p:spPr>
          <a:xfrm>
            <a:off x="152400" y="690583"/>
            <a:ext cx="57369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Janelas temporais e segmentação</a:t>
            </a:r>
            <a:endParaRPr sz="2300" b="1" dirty="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8CA12A8E-6A44-36F2-760C-3288F400B868}"/>
              </a:ext>
            </a:extLst>
          </p:cNvPr>
          <p:cNvSpPr/>
          <p:nvPr/>
        </p:nvSpPr>
        <p:spPr>
          <a:xfrm>
            <a:off x="457200" y="1325880"/>
            <a:ext cx="502920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C53FBCE-DD78-C9E7-90E6-A49E2FEEC12D}"/>
              </a:ext>
            </a:extLst>
          </p:cNvPr>
          <p:cNvSpPr/>
          <p:nvPr/>
        </p:nvSpPr>
        <p:spPr>
          <a:xfrm>
            <a:off x="45720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Janela de observação — 90 dias</a:t>
            </a:r>
            <a:endParaRPr lang="en-US" sz="11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3A18FE-8241-D986-AE9A-7BF1A615225C}"/>
              </a:ext>
            </a:extLst>
          </p:cNvPr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2B95CD8-A444-A345-D042-098A572BE2E1}"/>
              </a:ext>
            </a:extLst>
          </p:cNvPr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Predição — 30 dias</a:t>
            </a:r>
            <a:endParaRPr lang="en-US" sz="11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C89F341-E193-BE67-8F2F-72A232F43BE9}"/>
              </a:ext>
            </a:extLst>
          </p:cNvPr>
          <p:cNvSpPr/>
          <p:nvPr/>
        </p:nvSpPr>
        <p:spPr>
          <a:xfrm>
            <a:off x="45720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7670"/>
                </a:solidFill>
              </a:rPr>
              <a:t>Features </a:t>
            </a:r>
            <a:r>
              <a:rPr lang="en-US" sz="950" dirty="0" err="1">
                <a:solidFill>
                  <a:srgbClr val="0A7670"/>
                </a:solidFill>
              </a:rPr>
              <a:t>comportamentais</a:t>
            </a:r>
            <a:r>
              <a:rPr lang="en-US" sz="950" dirty="0">
                <a:solidFill>
                  <a:srgbClr val="0A7670"/>
                </a:solidFill>
              </a:rPr>
              <a:t> </a:t>
            </a:r>
            <a:r>
              <a:rPr lang="en-US" sz="950" dirty="0" err="1">
                <a:solidFill>
                  <a:srgbClr val="0A7670"/>
                </a:solidFill>
              </a:rPr>
              <a:t>são</a:t>
            </a:r>
            <a:r>
              <a:rPr lang="en-US" sz="950" dirty="0">
                <a:solidFill>
                  <a:srgbClr val="0A7670"/>
                </a:solidFill>
              </a:rPr>
              <a:t> extraídas aqui</a:t>
            </a:r>
            <a:endParaRPr lang="en-US" sz="95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A6D7F657-5547-33E5-400F-73CE52A27775}"/>
              </a:ext>
            </a:extLst>
          </p:cNvPr>
          <p:cNvSpPr/>
          <p:nvPr/>
        </p:nvSpPr>
        <p:spPr>
          <a:xfrm>
            <a:off x="557784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</a:rPr>
              <a:t>evento de churn ocorre aqui</a:t>
            </a:r>
            <a:endParaRPr lang="en-US" sz="95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4F6FB4F-DF7E-B912-CE16-BBAE40BA83CC}"/>
              </a:ext>
            </a:extLst>
          </p:cNvPr>
          <p:cNvSpPr/>
          <p:nvPr/>
        </p:nvSpPr>
        <p:spPr>
          <a:xfrm>
            <a:off x="457200" y="2286000"/>
            <a:ext cx="1234440" cy="347472"/>
          </a:xfrm>
          <a:prstGeom prst="rect">
            <a:avLst/>
          </a:prstGeom>
          <a:solidFill>
            <a:srgbClr val="0F1B2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2850A79-93AD-EB4E-DDBA-55F33302C074}"/>
              </a:ext>
            </a:extLst>
          </p:cNvPr>
          <p:cNvSpPr/>
          <p:nvPr/>
        </p:nvSpPr>
        <p:spPr>
          <a:xfrm>
            <a:off x="530352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Dimensão</a:t>
            </a:r>
            <a:endParaRPr lang="en-US" sz="9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2C838BB-9739-606E-619E-1E8A4CF6FA6F}"/>
              </a:ext>
            </a:extLst>
          </p:cNvPr>
          <p:cNvSpPr/>
          <p:nvPr/>
        </p:nvSpPr>
        <p:spPr>
          <a:xfrm>
            <a:off x="1691640" y="2286000"/>
            <a:ext cx="1645920" cy="347472"/>
          </a:xfrm>
          <a:prstGeom prst="rect">
            <a:avLst/>
          </a:prstGeom>
          <a:solidFill>
            <a:srgbClr val="0F1B2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A3B35936-E905-8274-3217-8CEDC0C487E0}"/>
              </a:ext>
            </a:extLst>
          </p:cNvPr>
          <p:cNvSpPr/>
          <p:nvPr/>
        </p:nvSpPr>
        <p:spPr>
          <a:xfrm>
            <a:off x="1764792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Critério</a:t>
            </a:r>
            <a:endParaRPr lang="en-US" sz="9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6E1216CC-42CD-A977-C1C1-DCC5E54E514A}"/>
              </a:ext>
            </a:extLst>
          </p:cNvPr>
          <p:cNvSpPr/>
          <p:nvPr/>
        </p:nvSpPr>
        <p:spPr>
          <a:xfrm>
            <a:off x="3337560" y="2286000"/>
            <a:ext cx="1645920" cy="347472"/>
          </a:xfrm>
          <a:prstGeom prst="rect">
            <a:avLst/>
          </a:prstGeom>
          <a:solidFill>
            <a:srgbClr val="0F1B2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6428C1F-B3A9-7E71-9C0D-02C4A47B5565}"/>
              </a:ext>
            </a:extLst>
          </p:cNvPr>
          <p:cNvSpPr/>
          <p:nvPr/>
        </p:nvSpPr>
        <p:spPr>
          <a:xfrm>
            <a:off x="3410712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chemeClr val="bg1"/>
                </a:solidFill>
              </a:rPr>
              <a:t>Faixas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8AA56F6-1703-32DD-4E32-1EBD77A3D718}"/>
              </a:ext>
            </a:extLst>
          </p:cNvPr>
          <p:cNvSpPr/>
          <p:nvPr/>
        </p:nvSpPr>
        <p:spPr>
          <a:xfrm>
            <a:off x="4983480" y="2286000"/>
            <a:ext cx="3520440" cy="347472"/>
          </a:xfrm>
          <a:prstGeom prst="rect">
            <a:avLst/>
          </a:prstGeom>
          <a:solidFill>
            <a:srgbClr val="0F1B2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DBD63F19-9D64-85AC-D3EC-D2782A3BDBE6}"/>
              </a:ext>
            </a:extLst>
          </p:cNvPr>
          <p:cNvSpPr/>
          <p:nvPr/>
        </p:nvSpPr>
        <p:spPr>
          <a:xfrm>
            <a:off x="5056632" y="2286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Razão</a:t>
            </a:r>
            <a:endParaRPr lang="en-US" sz="9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AA4D3B06-7527-4ADD-1437-9B6AA4765127}"/>
              </a:ext>
            </a:extLst>
          </p:cNvPr>
          <p:cNvSpPr/>
          <p:nvPr/>
        </p:nvSpPr>
        <p:spPr>
          <a:xfrm>
            <a:off x="457200" y="2633472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6F689DE9-27D4-3CB7-0230-3E00D94AC1FE}"/>
              </a:ext>
            </a:extLst>
          </p:cNvPr>
          <p:cNvSpPr/>
          <p:nvPr/>
        </p:nvSpPr>
        <p:spPr>
          <a:xfrm>
            <a:off x="530352" y="26334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Tenure</a:t>
            </a:r>
            <a:endParaRPr lang="en-US" sz="95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1DADCD05-7CD1-B8BC-267B-96564EDCCFCD}"/>
              </a:ext>
            </a:extLst>
          </p:cNvPr>
          <p:cNvSpPr/>
          <p:nvPr/>
        </p:nvSpPr>
        <p:spPr>
          <a:xfrm>
            <a:off x="1691640" y="26334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38BE968-4123-EC03-DD59-FC1F7C4D7ECE}"/>
              </a:ext>
            </a:extLst>
          </p:cNvPr>
          <p:cNvSpPr/>
          <p:nvPr/>
        </p:nvSpPr>
        <p:spPr>
          <a:xfrm>
            <a:off x="1764792" y="2633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Anos como cliente</a:t>
            </a:r>
            <a:endParaRPr lang="en-US" sz="95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C0C945CD-DA19-EB7D-5C47-F6A920E9B566}"/>
              </a:ext>
            </a:extLst>
          </p:cNvPr>
          <p:cNvSpPr/>
          <p:nvPr/>
        </p:nvSpPr>
        <p:spPr>
          <a:xfrm>
            <a:off x="3337560" y="26334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E112E1C5-BAEE-9301-5B38-14C4B83AD8A4}"/>
              </a:ext>
            </a:extLst>
          </p:cNvPr>
          <p:cNvSpPr/>
          <p:nvPr/>
        </p:nvSpPr>
        <p:spPr>
          <a:xfrm>
            <a:off x="3410712" y="2633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New, early, mature, veteran</a:t>
            </a:r>
            <a:endParaRPr lang="en-US" sz="95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A88367B6-A158-D77F-317E-CC384E982F30}"/>
              </a:ext>
            </a:extLst>
          </p:cNvPr>
          <p:cNvSpPr/>
          <p:nvPr/>
        </p:nvSpPr>
        <p:spPr>
          <a:xfrm>
            <a:off x="4983480" y="2633472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E636B9AC-6920-E69D-2F88-3CE82038606B}"/>
              </a:ext>
            </a:extLst>
          </p:cNvPr>
          <p:cNvSpPr/>
          <p:nvPr/>
        </p:nvSpPr>
        <p:spPr>
          <a:xfrm>
            <a:off x="5056632" y="2633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Limiares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negócio</a:t>
            </a:r>
            <a:r>
              <a:rPr lang="en-US" sz="950" dirty="0">
                <a:solidFill>
                  <a:srgbClr val="1E293B"/>
                </a:solidFill>
              </a:rPr>
              <a:t> — </a:t>
            </a:r>
            <a:r>
              <a:rPr lang="en-US" sz="950" dirty="0" err="1">
                <a:solidFill>
                  <a:srgbClr val="1E293B"/>
                </a:solidFill>
              </a:rPr>
              <a:t>fixos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intencionalmente</a:t>
            </a:r>
            <a:endParaRPr lang="en-US" sz="95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41FC8D47-69D9-1F73-4A71-B2DEB6D7E457}"/>
              </a:ext>
            </a:extLst>
          </p:cNvPr>
          <p:cNvSpPr/>
          <p:nvPr/>
        </p:nvSpPr>
        <p:spPr>
          <a:xfrm>
            <a:off x="457200" y="2980944"/>
            <a:ext cx="1234440" cy="347472"/>
          </a:xfrm>
          <a:prstGeom prst="rect">
            <a:avLst/>
          </a:prstGeom>
          <a:solidFill>
            <a:srgbClr val="E8F4F3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92EA2442-7B9B-F9E1-576C-84F24E79F7B3}"/>
              </a:ext>
            </a:extLst>
          </p:cNvPr>
          <p:cNvSpPr/>
          <p:nvPr/>
        </p:nvSpPr>
        <p:spPr>
          <a:xfrm>
            <a:off x="530352" y="29809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Recência</a:t>
            </a:r>
            <a:endParaRPr lang="en-US" sz="95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45C37600-2409-9175-000E-A8F2FCC91EA6}"/>
              </a:ext>
            </a:extLst>
          </p:cNvPr>
          <p:cNvSpPr/>
          <p:nvPr/>
        </p:nvSpPr>
        <p:spPr>
          <a:xfrm>
            <a:off x="1691640" y="2980944"/>
            <a:ext cx="1645920" cy="347472"/>
          </a:xfrm>
          <a:prstGeom prst="rect">
            <a:avLst/>
          </a:prstGeom>
          <a:solidFill>
            <a:srgbClr val="E8F4F3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1BBECE04-1543-A114-1928-A4A1EFC2E86C}"/>
              </a:ext>
            </a:extLst>
          </p:cNvPr>
          <p:cNvSpPr/>
          <p:nvPr/>
        </p:nvSpPr>
        <p:spPr>
          <a:xfrm>
            <a:off x="1764792" y="29809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Dias desde compra</a:t>
            </a:r>
            <a:endParaRPr lang="en-US" sz="95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D0591FBC-F17A-A6C2-8672-F58FA626DFF8}"/>
              </a:ext>
            </a:extLst>
          </p:cNvPr>
          <p:cNvSpPr/>
          <p:nvPr/>
        </p:nvSpPr>
        <p:spPr>
          <a:xfrm>
            <a:off x="3410712" y="29809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Active, warm, cold, dormant</a:t>
            </a:r>
            <a:endParaRPr lang="en-US" sz="950" dirty="0"/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08BAFED5-D33F-D4F8-23FC-9DEB93A757A6}"/>
              </a:ext>
            </a:extLst>
          </p:cNvPr>
          <p:cNvSpPr/>
          <p:nvPr/>
        </p:nvSpPr>
        <p:spPr>
          <a:xfrm>
            <a:off x="4983480" y="2980944"/>
            <a:ext cx="3520440" cy="347472"/>
          </a:xfrm>
          <a:prstGeom prst="rect">
            <a:avLst/>
          </a:prstGeom>
          <a:solidFill>
            <a:srgbClr val="E8F4F3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DB0D5E92-7EC7-ADD5-AC2C-74AFC108B9F0}"/>
              </a:ext>
            </a:extLst>
          </p:cNvPr>
          <p:cNvSpPr/>
          <p:nvPr/>
        </p:nvSpPr>
        <p:spPr>
          <a:xfrm>
            <a:off x="5056632" y="29809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Evita segmentos vazios em novas safras</a:t>
            </a:r>
            <a:endParaRPr lang="en-US" sz="950" dirty="0"/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4EA4E6AC-51ED-EAAD-8C25-EA90DE22029D}"/>
              </a:ext>
            </a:extLst>
          </p:cNvPr>
          <p:cNvSpPr/>
          <p:nvPr/>
        </p:nvSpPr>
        <p:spPr>
          <a:xfrm>
            <a:off x="457200" y="3328416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091DBEA2-F478-90C7-725D-B7D7A582DC91}"/>
              </a:ext>
            </a:extLst>
          </p:cNvPr>
          <p:cNvSpPr/>
          <p:nvPr/>
        </p:nvSpPr>
        <p:spPr>
          <a:xfrm>
            <a:off x="530352" y="3328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Engagement</a:t>
            </a:r>
            <a:endParaRPr lang="en-US" sz="950" dirty="0"/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4583591A-770E-7DEB-A875-59F0126C1F6A}"/>
              </a:ext>
            </a:extLst>
          </p:cNvPr>
          <p:cNvSpPr/>
          <p:nvPr/>
        </p:nvSpPr>
        <p:spPr>
          <a:xfrm>
            <a:off x="1691640" y="33284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B0BCFD33-51B0-94A0-F90A-BE2A16E6264C}"/>
              </a:ext>
            </a:extLst>
          </p:cNvPr>
          <p:cNvSpPr/>
          <p:nvPr/>
        </p:nvSpPr>
        <p:spPr>
          <a:xfrm>
            <a:off x="1764792" y="33284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Volume de compras</a:t>
            </a:r>
            <a:endParaRPr lang="en-US" sz="95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8391A263-770D-D2FA-8A61-4CF26751C833}"/>
              </a:ext>
            </a:extLst>
          </p:cNvPr>
          <p:cNvSpPr/>
          <p:nvPr/>
        </p:nvSpPr>
        <p:spPr>
          <a:xfrm>
            <a:off x="3410712" y="33284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Low, medium, high, </a:t>
            </a:r>
            <a:r>
              <a:rPr lang="en-US" sz="950" dirty="0" err="1">
                <a:solidFill>
                  <a:srgbClr val="1E293B"/>
                </a:solidFill>
              </a:rPr>
              <a:t>vip</a:t>
            </a:r>
            <a:endParaRPr lang="en-US" sz="950" dirty="0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D91847B4-0ABF-B80A-5A37-F2874002BB60}"/>
              </a:ext>
            </a:extLst>
          </p:cNvPr>
          <p:cNvSpPr/>
          <p:nvPr/>
        </p:nvSpPr>
        <p:spPr>
          <a:xfrm>
            <a:off x="4983480" y="3328416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92917DB6-BD3D-63A7-E1FE-934C96D150C6}"/>
              </a:ext>
            </a:extLst>
          </p:cNvPr>
          <p:cNvSpPr/>
          <p:nvPr/>
        </p:nvSpPr>
        <p:spPr>
          <a:xfrm>
            <a:off x="5056632" y="33284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Distribuição varia por cohort</a:t>
            </a:r>
            <a:endParaRPr lang="en-US" sz="95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A98BF413-00E1-6CA2-2EFF-EA5A213EE15C}"/>
              </a:ext>
            </a:extLst>
          </p:cNvPr>
          <p:cNvSpPr/>
          <p:nvPr/>
        </p:nvSpPr>
        <p:spPr>
          <a:xfrm>
            <a:off x="457200" y="3813717"/>
            <a:ext cx="8114371" cy="988741"/>
          </a:xfrm>
          <a:prstGeom prst="rect">
            <a:avLst/>
          </a:prstGeom>
          <a:solidFill>
            <a:srgbClr val="E8F4F3"/>
          </a:solidFill>
          <a:ln w="10160">
            <a:solidFill>
              <a:srgbClr val="99D6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F49D6811-C8BE-8380-3D8A-37C0AE30682D}"/>
              </a:ext>
            </a:extLst>
          </p:cNvPr>
          <p:cNvSpPr/>
          <p:nvPr/>
        </p:nvSpPr>
        <p:spPr>
          <a:xfrm>
            <a:off x="640080" y="3910361"/>
            <a:ext cx="7863840" cy="892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risk_score_heuristic</a:t>
            </a:r>
            <a:r>
              <a:rPr lang="en-US" sz="1050" dirty="0">
                <a:solidFill>
                  <a:srgbClr val="1E293B"/>
                </a:solidFill>
              </a:rPr>
              <a:t> = peso(tenure ≤ 2) × 0.4 + peso(recência &gt; 180d) × 0.4 + peso(compras &lt; 10) × 0.2  →  score 0–1 interpretável pelo CRM antes mesmo do </a:t>
            </a:r>
            <a:r>
              <a:rPr lang="en-US" sz="1050" dirty="0" err="1">
                <a:solidFill>
                  <a:srgbClr val="1E293B"/>
                </a:solidFill>
              </a:rPr>
              <a:t>modelo</a:t>
            </a:r>
            <a:r>
              <a:rPr lang="en-US" sz="1050" dirty="0">
                <a:solidFill>
                  <a:srgbClr val="1E293B"/>
                </a:solidFill>
              </a:rPr>
              <a:t>.</a:t>
            </a:r>
          </a:p>
          <a:p>
            <a:pPr marL="0" indent="0">
              <a:buNone/>
            </a:pPr>
            <a:endParaRPr lang="en-US" sz="105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pt-BR" sz="1050" dirty="0"/>
              <a:t>Pontuação de risco </a:t>
            </a:r>
            <a:r>
              <a:rPr lang="pt-BR" sz="1050" dirty="0" err="1"/>
              <a:t>pré</a:t>
            </a:r>
            <a:r>
              <a:rPr lang="pt-BR" sz="1050" dirty="0"/>
              <a:t>-modelagem que combina </a:t>
            </a:r>
            <a:r>
              <a:rPr lang="pt-BR" sz="1050" dirty="0" err="1"/>
              <a:t>tenure</a:t>
            </a:r>
            <a:r>
              <a:rPr lang="pt-BR" sz="1050" dirty="0"/>
              <a:t> curto, recência alta e baixo volume de compras. </a:t>
            </a: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525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52400" y="647258"/>
            <a:ext cx="7103327" cy="5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O modelo não aprende regras, aprende desvios</a:t>
            </a: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A5AC68F4-7586-2757-3C11-CC5ADA2C0738}"/>
              </a:ext>
            </a:extLst>
          </p:cNvPr>
          <p:cNvSpPr/>
          <p:nvPr/>
        </p:nvSpPr>
        <p:spPr>
          <a:xfrm>
            <a:off x="152400" y="1172399"/>
            <a:ext cx="8138160" cy="107899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982EB2B-0560-E865-F02D-BB3C1C36424E}"/>
              </a:ext>
            </a:extLst>
          </p:cNvPr>
          <p:cNvSpPr/>
          <p:nvPr/>
        </p:nvSpPr>
        <p:spPr>
          <a:xfrm>
            <a:off x="152400" y="1163255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08AEEF4-56C8-2941-7319-55253FDBD539}"/>
              </a:ext>
            </a:extLst>
          </p:cNvPr>
          <p:cNvSpPr/>
          <p:nvPr/>
        </p:nvSpPr>
        <p:spPr>
          <a:xfrm>
            <a:off x="426720" y="12546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Feature principal</a:t>
            </a:r>
            <a:endParaRPr lang="en-US" sz="9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5006833-0F5E-4C39-8532-C624CA5543E9}"/>
              </a:ext>
            </a:extLst>
          </p:cNvPr>
          <p:cNvSpPr/>
          <p:nvPr/>
        </p:nvSpPr>
        <p:spPr>
          <a:xfrm>
            <a:off x="426720" y="1529015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feat_recency_anomaly  =  Last_Purchase_Days_Ago  ÷  (365 ÷ compras_por_ano)</a:t>
            </a:r>
            <a:endParaRPr lang="en-US" sz="12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0801940-11F5-1F4D-84D0-2DF22DD77FAC}"/>
              </a:ext>
            </a:extLst>
          </p:cNvPr>
          <p:cNvSpPr/>
          <p:nvPr/>
        </p:nvSpPr>
        <p:spPr>
          <a:xfrm>
            <a:off x="426720" y="1913063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D6D1"/>
                </a:solidFill>
              </a:rPr>
              <a:t>Normaliza recência pelo intervalo esperado daquele cliente — cliente semanal ausente 14 dias é mais anômalo que cliente mensal ausente 14 dias.</a:t>
            </a:r>
            <a:endParaRPr lang="en-US" sz="95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8C5A8BA-386F-CB0C-E15F-E1436D9C352A}"/>
              </a:ext>
            </a:extLst>
          </p:cNvPr>
          <p:cNvSpPr/>
          <p:nvPr/>
        </p:nvSpPr>
        <p:spPr>
          <a:xfrm>
            <a:off x="152400" y="2397695"/>
            <a:ext cx="2057400" cy="196074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674C35E5-CB6C-5F0A-2622-6935CC1D8CAB}"/>
              </a:ext>
            </a:extLst>
          </p:cNvPr>
          <p:cNvSpPr/>
          <p:nvPr/>
        </p:nvSpPr>
        <p:spPr>
          <a:xfrm>
            <a:off x="152400" y="2397695"/>
            <a:ext cx="73152" cy="196074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DE67686-7C78-2ECE-C4E3-7205D155B285}"/>
              </a:ext>
            </a:extLst>
          </p:cNvPr>
          <p:cNvSpPr/>
          <p:nvPr/>
        </p:nvSpPr>
        <p:spPr>
          <a:xfrm>
            <a:off x="335280" y="2489135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670"/>
                </a:solidFill>
              </a:rPr>
              <a:t>Intensidade</a:t>
            </a:r>
            <a:endParaRPr lang="en-US" sz="11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632F2C7-2B80-C18A-9466-6589B51C9A03}"/>
              </a:ext>
            </a:extLst>
          </p:cNvPr>
          <p:cNvSpPr/>
          <p:nvPr/>
        </p:nvSpPr>
        <p:spPr>
          <a:xfrm>
            <a:off x="316992" y="2827463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spend_per_year</a:t>
            </a:r>
            <a:endParaRPr lang="en-US" sz="9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627E611-8210-74BD-88D2-C62F84EA009E}"/>
              </a:ext>
            </a:extLst>
          </p:cNvPr>
          <p:cNvSpPr/>
          <p:nvPr/>
        </p:nvSpPr>
        <p:spPr>
          <a:xfrm>
            <a:off x="316992" y="3174935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purchases_per_year</a:t>
            </a:r>
            <a:endParaRPr lang="en-US" sz="95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36375C2-E92D-7B25-E75B-1ADE7F107A78}"/>
              </a:ext>
            </a:extLst>
          </p:cNvPr>
          <p:cNvSpPr/>
          <p:nvPr/>
        </p:nvSpPr>
        <p:spPr>
          <a:xfrm>
            <a:off x="316992" y="3522407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return_rate</a:t>
            </a:r>
            <a:endParaRPr lang="en-US" sz="95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39A7E2F1-B20A-5073-5921-474EBE73D45C}"/>
              </a:ext>
            </a:extLst>
          </p:cNvPr>
          <p:cNvSpPr/>
          <p:nvPr/>
        </p:nvSpPr>
        <p:spPr>
          <a:xfrm>
            <a:off x="316992" y="3869879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support_per_purchase</a:t>
            </a:r>
            <a:endParaRPr lang="en-US" sz="95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1D437843-0887-804F-FC97-CA1853CE80A5}"/>
              </a:ext>
            </a:extLst>
          </p:cNvPr>
          <p:cNvSpPr/>
          <p:nvPr/>
        </p:nvSpPr>
        <p:spPr>
          <a:xfrm>
            <a:off x="2365248" y="2397695"/>
            <a:ext cx="2057400" cy="196074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727785E4-4DCB-AA5B-B123-F00C2AD8FBB5}"/>
              </a:ext>
            </a:extLst>
          </p:cNvPr>
          <p:cNvSpPr/>
          <p:nvPr/>
        </p:nvSpPr>
        <p:spPr>
          <a:xfrm>
            <a:off x="2365248" y="2397695"/>
            <a:ext cx="82296" cy="196074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B533E63-CE10-BEE8-0D5E-1B82C7298722}"/>
              </a:ext>
            </a:extLst>
          </p:cNvPr>
          <p:cNvSpPr/>
          <p:nvPr/>
        </p:nvSpPr>
        <p:spPr>
          <a:xfrm>
            <a:off x="2548128" y="2489135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670"/>
                </a:solidFill>
              </a:rPr>
              <a:t>Relativa</a:t>
            </a:r>
            <a:endParaRPr lang="en-US" sz="11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638C9E4-04C4-114F-6B68-8A5EDAF461EF}"/>
              </a:ext>
            </a:extLst>
          </p:cNvPr>
          <p:cNvSpPr/>
          <p:nvPr/>
        </p:nvSpPr>
        <p:spPr>
          <a:xfrm>
            <a:off x="2529840" y="2827463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purchases_vs_pop</a:t>
            </a:r>
            <a:endParaRPr lang="en-US" sz="95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4CFA6788-B171-9E87-5502-150CB2477AC0}"/>
              </a:ext>
            </a:extLst>
          </p:cNvPr>
          <p:cNvSpPr/>
          <p:nvPr/>
        </p:nvSpPr>
        <p:spPr>
          <a:xfrm>
            <a:off x="2529840" y="3174935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spend_vs_pop</a:t>
            </a:r>
            <a:endParaRPr lang="en-US" sz="95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CA6A046-0AC1-7BEB-9EF1-F1F6A9521D2B}"/>
              </a:ext>
            </a:extLst>
          </p:cNvPr>
          <p:cNvSpPr/>
          <p:nvPr/>
        </p:nvSpPr>
        <p:spPr>
          <a:xfrm>
            <a:off x="2529840" y="3522407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recency_vs_pop</a:t>
            </a:r>
            <a:endParaRPr lang="en-US" sz="95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47CAA67D-9065-1B86-78CC-453B1DA73DE9}"/>
              </a:ext>
            </a:extLst>
          </p:cNvPr>
          <p:cNvSpPr/>
          <p:nvPr/>
        </p:nvSpPr>
        <p:spPr>
          <a:xfrm>
            <a:off x="4578096" y="2397695"/>
            <a:ext cx="2057400" cy="196074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ED2F4764-508A-0627-813C-640D69772E86}"/>
              </a:ext>
            </a:extLst>
          </p:cNvPr>
          <p:cNvSpPr/>
          <p:nvPr/>
        </p:nvSpPr>
        <p:spPr>
          <a:xfrm>
            <a:off x="4578096" y="2397695"/>
            <a:ext cx="100584" cy="196074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31F5171-7E95-B174-D2BC-24E7028900BB}"/>
              </a:ext>
            </a:extLst>
          </p:cNvPr>
          <p:cNvSpPr/>
          <p:nvPr/>
        </p:nvSpPr>
        <p:spPr>
          <a:xfrm>
            <a:off x="4760976" y="2489135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670"/>
                </a:solidFill>
              </a:rPr>
              <a:t>Anomalia</a:t>
            </a:r>
            <a:endParaRPr lang="en-US" sz="11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62152C7C-FA64-1BAF-0732-05DB4E8C9E0A}"/>
              </a:ext>
            </a:extLst>
          </p:cNvPr>
          <p:cNvSpPr/>
          <p:nvPr/>
        </p:nvSpPr>
        <p:spPr>
          <a:xfrm>
            <a:off x="4742688" y="2827463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recency_anomaly  ← core</a:t>
            </a:r>
            <a:endParaRPr lang="en-US" sz="95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FAFEE729-1E5D-D4DB-2CDC-A78C0BDF6483}"/>
              </a:ext>
            </a:extLst>
          </p:cNvPr>
          <p:cNvSpPr/>
          <p:nvPr/>
        </p:nvSpPr>
        <p:spPr>
          <a:xfrm>
            <a:off x="6790944" y="2397695"/>
            <a:ext cx="2057400" cy="196074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B54E7A2-8234-CBDF-2C7B-595943F8EE77}"/>
              </a:ext>
            </a:extLst>
          </p:cNvPr>
          <p:cNvSpPr/>
          <p:nvPr/>
        </p:nvSpPr>
        <p:spPr>
          <a:xfrm>
            <a:off x="6800089" y="2397695"/>
            <a:ext cx="68170" cy="1947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F9090102-A26E-B809-89FA-CB2533CEDFFC}"/>
              </a:ext>
            </a:extLst>
          </p:cNvPr>
          <p:cNvSpPr/>
          <p:nvPr/>
        </p:nvSpPr>
        <p:spPr>
          <a:xfrm>
            <a:off x="6973824" y="2489135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670"/>
                </a:solidFill>
              </a:rPr>
              <a:t>Interação</a:t>
            </a:r>
            <a:endParaRPr lang="en-US" sz="11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40B39086-91B6-C502-5030-2E9361E43105}"/>
              </a:ext>
            </a:extLst>
          </p:cNvPr>
          <p:cNvSpPr/>
          <p:nvPr/>
        </p:nvSpPr>
        <p:spPr>
          <a:xfrm>
            <a:off x="6955536" y="2827463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satisfaction_gap</a:t>
            </a:r>
            <a:endParaRPr lang="en-US" sz="95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F98227B6-29D7-D12F-3575-C8D153A8E429}"/>
              </a:ext>
            </a:extLst>
          </p:cNvPr>
          <p:cNvSpPr/>
          <p:nvPr/>
        </p:nvSpPr>
        <p:spPr>
          <a:xfrm>
            <a:off x="6955536" y="3174935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value_risk_proxy</a:t>
            </a:r>
            <a:endParaRPr lang="en-US" sz="95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50F2257D-A75C-8268-43CE-C9A4B69AFB2A}"/>
              </a:ext>
            </a:extLst>
          </p:cNvPr>
          <p:cNvSpPr/>
          <p:nvPr/>
        </p:nvSpPr>
        <p:spPr>
          <a:xfrm>
            <a:off x="6955536" y="3522407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support_pressure</a:t>
            </a:r>
            <a:endParaRPr lang="en-US" sz="95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CB9801D4-FF9E-4492-A431-6F25AEFCD055}"/>
              </a:ext>
            </a:extLst>
          </p:cNvPr>
          <p:cNvSpPr/>
          <p:nvPr/>
        </p:nvSpPr>
        <p:spPr>
          <a:xfrm>
            <a:off x="6955536" y="3869879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·  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support_silence</a:t>
            </a:r>
            <a:endParaRPr lang="en-US" sz="950" dirty="0"/>
          </a:p>
        </p:txBody>
      </p:sp>
      <p:sp>
        <p:nvSpPr>
          <p:cNvPr id="31" name="Shape 42">
            <a:extLst>
              <a:ext uri="{FF2B5EF4-FFF2-40B4-BE49-F238E27FC236}">
                <a16:creationId xmlns:a16="http://schemas.microsoft.com/office/drawing/2014/main" id="{95A0C1A5-A09D-7A38-BBD3-9B48083B7393}"/>
              </a:ext>
            </a:extLst>
          </p:cNvPr>
          <p:cNvSpPr/>
          <p:nvPr/>
        </p:nvSpPr>
        <p:spPr>
          <a:xfrm>
            <a:off x="152400" y="4458516"/>
            <a:ext cx="8138160" cy="617034"/>
          </a:xfrm>
          <a:prstGeom prst="rect">
            <a:avLst/>
          </a:prstGeom>
          <a:solidFill>
            <a:srgbClr val="E8F4F3"/>
          </a:solidFill>
          <a:ln w="10160">
            <a:solidFill>
              <a:srgbClr val="99D6D1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Text 43">
            <a:extLst>
              <a:ext uri="{FF2B5EF4-FFF2-40B4-BE49-F238E27FC236}">
                <a16:creationId xmlns:a16="http://schemas.microsoft.com/office/drawing/2014/main" id="{6C4F2E4D-BC5C-4871-DFDD-3CFD4C3D1813}"/>
              </a:ext>
            </a:extLst>
          </p:cNvPr>
          <p:cNvSpPr/>
          <p:nvPr/>
        </p:nvSpPr>
        <p:spPr>
          <a:xfrm>
            <a:off x="225552" y="4560294"/>
            <a:ext cx="7863840" cy="455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dirty="0">
                <a:solidFill>
                  <a:schemeClr val="tx1"/>
                </a:solidFill>
                <a:latin typeface="+mj-lt"/>
                <a:ea typeface="Consolas" pitchFamily="34" charset="-122"/>
                <a:cs typeface="Consolas" pitchFamily="34" charset="-120"/>
              </a:rPr>
              <a:t>Em vez de usar valores absolutos, o pipeline cria features relativas ao comportamento esperado de cada cliente e à população. Isso torna o modelo robusto a diferentes perfis de uso.</a:t>
            </a:r>
            <a:endParaRPr lang="en-US" sz="105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3CE977C6-9420-338C-11A0-3EC9D8C1A47A}"/>
              </a:ext>
            </a:extLst>
          </p:cNvPr>
          <p:cNvSpPr txBox="1"/>
          <p:nvPr/>
        </p:nvSpPr>
        <p:spPr>
          <a:xfrm>
            <a:off x="152400" y="658659"/>
            <a:ext cx="5736900" cy="66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Métricas que agregam valor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E46A9C3-9D68-A1EB-3A8E-872EF3D35480}"/>
              </a:ext>
            </a:extLst>
          </p:cNvPr>
          <p:cNvSpPr/>
          <p:nvPr/>
        </p:nvSpPr>
        <p:spPr>
          <a:xfrm>
            <a:off x="365760" y="137160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629FED8-83B6-AA8D-7C63-19EF4CEACD38}"/>
              </a:ext>
            </a:extLst>
          </p:cNvPr>
          <p:cNvSpPr/>
          <p:nvPr/>
        </p:nvSpPr>
        <p:spPr>
          <a:xfrm>
            <a:off x="365760" y="1371600"/>
            <a:ext cx="3840480" cy="54864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8A0DD5C-4E0D-D2D7-729A-BD6D15A5D169}"/>
              </a:ext>
            </a:extLst>
          </p:cNvPr>
          <p:cNvSpPr/>
          <p:nvPr/>
        </p:nvSpPr>
        <p:spPr>
          <a:xfrm>
            <a:off x="365760" y="148132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B2D"/>
                </a:solidFill>
              </a:rPr>
              <a:t>—</a:t>
            </a:r>
            <a:endParaRPr lang="en-US" sz="3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686901F-4B04-8BEE-1737-E955225AAB1A}"/>
              </a:ext>
            </a:extLst>
          </p:cNvPr>
          <p:cNvSpPr/>
          <p:nvPr/>
        </p:nvSpPr>
        <p:spPr>
          <a:xfrm>
            <a:off x="1463040" y="1499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ROC-AUC</a:t>
            </a:r>
            <a:endParaRPr lang="en-US" sz="12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AE852D4-98E7-DC8B-4D62-09A7DEB38EEA}"/>
              </a:ext>
            </a:extLst>
          </p:cNvPr>
          <p:cNvSpPr/>
          <p:nvPr/>
        </p:nvSpPr>
        <p:spPr>
          <a:xfrm>
            <a:off x="146304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Mede o quão bem o modelo consegue distinguir clientes que vão </a:t>
            </a:r>
            <a:r>
              <a:rPr lang="pt-BR" sz="1000" dirty="0" err="1">
                <a:solidFill>
                  <a:srgbClr val="64748B"/>
                </a:solidFill>
              </a:rPr>
              <a:t>churnar</a:t>
            </a:r>
            <a:r>
              <a:rPr lang="pt-BR" sz="1000" dirty="0">
                <a:solidFill>
                  <a:srgbClr val="64748B"/>
                </a:solidFill>
              </a:rPr>
              <a:t> dos que não vão.</a:t>
            </a:r>
            <a:endParaRPr lang="en-US" sz="10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18B6DC7-D294-25B7-33C9-E673EBA2A4BD}"/>
              </a:ext>
            </a:extLst>
          </p:cNvPr>
          <p:cNvSpPr/>
          <p:nvPr/>
        </p:nvSpPr>
        <p:spPr>
          <a:xfrm>
            <a:off x="4480560" y="137160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29111A9-5589-2983-81C5-E1025428DA8A}"/>
              </a:ext>
            </a:extLst>
          </p:cNvPr>
          <p:cNvSpPr/>
          <p:nvPr/>
        </p:nvSpPr>
        <p:spPr>
          <a:xfrm>
            <a:off x="4480560" y="137160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FEDF563-BE33-7F3A-E9DC-00318DE12A20}"/>
              </a:ext>
            </a:extLst>
          </p:cNvPr>
          <p:cNvSpPr/>
          <p:nvPr/>
        </p:nvSpPr>
        <p:spPr>
          <a:xfrm>
            <a:off x="4480560" y="148132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—</a:t>
            </a:r>
            <a:endParaRPr lang="en-US" sz="34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F693993-A323-5AF1-08C9-D2F3FAF689D2}"/>
              </a:ext>
            </a:extLst>
          </p:cNvPr>
          <p:cNvSpPr/>
          <p:nvPr/>
        </p:nvSpPr>
        <p:spPr>
          <a:xfrm>
            <a:off x="5577840" y="1499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PR-AUC</a:t>
            </a:r>
            <a:endParaRPr lang="en-US" sz="12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3AA8F31-00E5-D27B-B2A9-370080A7F8A1}"/>
              </a:ext>
            </a:extLst>
          </p:cNvPr>
          <p:cNvSpPr/>
          <p:nvPr/>
        </p:nvSpPr>
        <p:spPr>
          <a:xfrm>
            <a:off x="557784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Avalia o trade-off entre </a:t>
            </a:r>
            <a:r>
              <a:rPr lang="pt-BR" sz="1000" dirty="0" err="1">
                <a:solidFill>
                  <a:srgbClr val="64748B"/>
                </a:solidFill>
              </a:rPr>
              <a:t>precision</a:t>
            </a:r>
            <a:r>
              <a:rPr lang="pt-BR" sz="1000" dirty="0">
                <a:solidFill>
                  <a:srgbClr val="64748B"/>
                </a:solidFill>
              </a:rPr>
              <a:t> e recall, focando na performance sobre a classe positiva (</a:t>
            </a:r>
            <a:r>
              <a:rPr lang="pt-BR" sz="1000" dirty="0" err="1">
                <a:solidFill>
                  <a:srgbClr val="64748B"/>
                </a:solidFill>
              </a:rPr>
              <a:t>churn</a:t>
            </a:r>
            <a:r>
              <a:rPr lang="pt-BR" sz="1000" dirty="0">
                <a:solidFill>
                  <a:srgbClr val="64748B"/>
                </a:solidFill>
              </a:rPr>
              <a:t>).</a:t>
            </a:r>
            <a:endParaRPr lang="en-US" sz="10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2585878-060F-4C7F-1417-44FFB499B9BF}"/>
              </a:ext>
            </a:extLst>
          </p:cNvPr>
          <p:cNvSpPr/>
          <p:nvPr/>
        </p:nvSpPr>
        <p:spPr>
          <a:xfrm>
            <a:off x="365760" y="274320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E2A87C4-56CF-43F8-5555-89203A07E51E}"/>
              </a:ext>
            </a:extLst>
          </p:cNvPr>
          <p:cNvSpPr/>
          <p:nvPr/>
        </p:nvSpPr>
        <p:spPr>
          <a:xfrm>
            <a:off x="365760" y="274320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51204E6-B2C0-155D-B08B-B72E6B73253C}"/>
              </a:ext>
            </a:extLst>
          </p:cNvPr>
          <p:cNvSpPr/>
          <p:nvPr/>
        </p:nvSpPr>
        <p:spPr>
          <a:xfrm>
            <a:off x="365760" y="285292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—</a:t>
            </a:r>
            <a:endParaRPr lang="en-US" sz="34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50FC17E3-BD5D-AEB9-1807-55F4DE68F556}"/>
              </a:ext>
            </a:extLst>
          </p:cNvPr>
          <p:cNvSpPr/>
          <p:nvPr/>
        </p:nvSpPr>
        <p:spPr>
          <a:xfrm>
            <a:off x="146304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CCR @ 20%</a:t>
            </a:r>
            <a:endParaRPr lang="en-US" sz="125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A0ACE6FF-C571-8AB8-351A-BE64C930AF38}"/>
              </a:ext>
            </a:extLst>
          </p:cNvPr>
          <p:cNvSpPr/>
          <p:nvPr/>
        </p:nvSpPr>
        <p:spPr>
          <a:xfrm>
            <a:off x="1463040" y="32186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Mede qual percentual dos clientes que realmente </a:t>
            </a:r>
            <a:r>
              <a:rPr lang="pt-BR" sz="1000" dirty="0" err="1">
                <a:solidFill>
                  <a:srgbClr val="64748B"/>
                </a:solidFill>
              </a:rPr>
              <a:t>churnaram</a:t>
            </a:r>
            <a:r>
              <a:rPr lang="pt-BR" sz="1000" dirty="0">
                <a:solidFill>
                  <a:srgbClr val="64748B"/>
                </a:solidFill>
              </a:rPr>
              <a:t> está concentrado entre os 20% com maior score de risco.</a:t>
            </a:r>
            <a:endParaRPr lang="en-US" sz="10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58E4EC1-913F-748D-BB4D-987038A6538C}"/>
              </a:ext>
            </a:extLst>
          </p:cNvPr>
          <p:cNvSpPr/>
          <p:nvPr/>
        </p:nvSpPr>
        <p:spPr>
          <a:xfrm>
            <a:off x="4480560" y="274320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F6CFEFF8-C66F-82A8-CFD7-EA58C6DACE68}"/>
              </a:ext>
            </a:extLst>
          </p:cNvPr>
          <p:cNvSpPr/>
          <p:nvPr/>
        </p:nvSpPr>
        <p:spPr>
          <a:xfrm>
            <a:off x="4480560" y="2743200"/>
            <a:ext cx="3840480" cy="54864"/>
          </a:xfrm>
          <a:prstGeom prst="rect">
            <a:avLst/>
          </a:prstGeom>
          <a:solidFill>
            <a:srgbClr val="0A76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53DDCC8-557D-D4DF-C6F6-EFFB85F82B4E}"/>
              </a:ext>
            </a:extLst>
          </p:cNvPr>
          <p:cNvSpPr/>
          <p:nvPr/>
        </p:nvSpPr>
        <p:spPr>
          <a:xfrm>
            <a:off x="4480560" y="285292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670"/>
                </a:solidFill>
              </a:rPr>
              <a:t>—</a:t>
            </a:r>
            <a:endParaRPr lang="en-US" sz="34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A78E2C4-954F-438C-9FF2-8F8AFB045E80}"/>
              </a:ext>
            </a:extLst>
          </p:cNvPr>
          <p:cNvSpPr/>
          <p:nvPr/>
        </p:nvSpPr>
        <p:spPr>
          <a:xfrm>
            <a:off x="557784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Recall (churn)</a:t>
            </a:r>
            <a:endParaRPr lang="en-US" sz="125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8421D524-6425-8EF5-4E56-A285517AB21C}"/>
              </a:ext>
            </a:extLst>
          </p:cNvPr>
          <p:cNvSpPr/>
          <p:nvPr/>
        </p:nvSpPr>
        <p:spPr>
          <a:xfrm>
            <a:off x="5577840" y="3218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Mede a proporção de clientes que </a:t>
            </a:r>
            <a:r>
              <a:rPr lang="pt-BR" sz="1000" dirty="0" err="1">
                <a:solidFill>
                  <a:srgbClr val="64748B"/>
                </a:solidFill>
              </a:rPr>
              <a:t>churnaram</a:t>
            </a:r>
            <a:r>
              <a:rPr lang="pt-BR" sz="1000" dirty="0">
                <a:solidFill>
                  <a:srgbClr val="64748B"/>
                </a:solidFill>
              </a:rPr>
              <a:t> que foram corretamente identificados pelo modelo. </a:t>
            </a:r>
            <a:endParaRPr lang="en-US" sz="10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F6725134-6377-C1A9-14CE-69853581EC74}"/>
              </a:ext>
            </a:extLst>
          </p:cNvPr>
          <p:cNvSpPr/>
          <p:nvPr/>
        </p:nvSpPr>
        <p:spPr>
          <a:xfrm>
            <a:off x="152400" y="4014216"/>
            <a:ext cx="8412480" cy="822960"/>
          </a:xfrm>
          <a:prstGeom prst="rect">
            <a:avLst/>
          </a:prstGeom>
          <a:solidFill>
            <a:srgbClr val="E8F4F3"/>
          </a:solidFill>
          <a:ln w="10160">
            <a:solidFill>
              <a:srgbClr val="99D6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F3A378A-575B-DDA1-2DA8-FEF35327ED56}"/>
              </a:ext>
            </a:extLst>
          </p:cNvPr>
          <p:cNvSpPr/>
          <p:nvPr/>
        </p:nvSpPr>
        <p:spPr>
          <a:xfrm>
            <a:off x="548640" y="395935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7670"/>
                </a:solidFill>
              </a:rPr>
              <a:t>Captured Churn Rate (CCR): </a:t>
            </a:r>
            <a:r>
              <a:rPr lang="en-US" sz="1050" dirty="0">
                <a:solidFill>
                  <a:srgbClr val="1E293B"/>
                </a:solidFill>
              </a:rPr>
              <a:t>de todos os clientes que foram churnar, qual % o modelo capturou nos top-20% por score? Se o CRM só consegue acionar 2.000 de 10.000 clientes, o modelo precisa colocar os churners reais nesses 2.000.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187275" y="928475"/>
            <a:ext cx="57369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>
                <a:solidFill>
                  <a:schemeClr val="dk1"/>
                </a:solidFill>
              </a:rPr>
              <a:t>Pipeline de ponta a ponta</a:t>
            </a:r>
            <a:endParaRPr sz="2300" b="1"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2F101D35-3306-E7C0-8356-0138896C76EB}"/>
              </a:ext>
            </a:extLst>
          </p:cNvPr>
          <p:cNvSpPr/>
          <p:nvPr/>
        </p:nvSpPr>
        <p:spPr>
          <a:xfrm>
            <a:off x="394382" y="2410706"/>
            <a:ext cx="1261872" cy="960120"/>
          </a:xfrm>
          <a:prstGeom prst="rect">
            <a:avLst/>
          </a:prstGeom>
          <a:solidFill>
            <a:srgbClr val="64748B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E59B7A7-5E0B-944D-BA85-17B3EDBCAC12}"/>
              </a:ext>
            </a:extLst>
          </p:cNvPr>
          <p:cNvSpPr/>
          <p:nvPr/>
        </p:nvSpPr>
        <p:spPr>
          <a:xfrm>
            <a:off x="394382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9BCE21F-205D-F8D7-8F12-82E0E545AFAB}"/>
              </a:ext>
            </a:extLst>
          </p:cNvPr>
          <p:cNvSpPr/>
          <p:nvPr/>
        </p:nvSpPr>
        <p:spPr>
          <a:xfrm>
            <a:off x="394382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extractor.py</a:t>
            </a:r>
            <a:endParaRPr lang="en-US" sz="8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5DE5803D-7EF8-3EBD-8B47-A156B12C1928}"/>
              </a:ext>
            </a:extLst>
          </p:cNvPr>
          <p:cNvSpPr/>
          <p:nvPr/>
        </p:nvSpPr>
        <p:spPr>
          <a:xfrm>
            <a:off x="1665398" y="2831330"/>
            <a:ext cx="82296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FE4A303-EACB-83D2-2B39-DDBF4C5BED16}"/>
              </a:ext>
            </a:extLst>
          </p:cNvPr>
          <p:cNvSpPr/>
          <p:nvPr/>
        </p:nvSpPr>
        <p:spPr>
          <a:xfrm>
            <a:off x="1729406" y="2410706"/>
            <a:ext cx="1261872" cy="9601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21A3F5C-760B-AA2A-66C7-A36BB68CEAD4}"/>
              </a:ext>
            </a:extLst>
          </p:cNvPr>
          <p:cNvSpPr/>
          <p:nvPr/>
        </p:nvSpPr>
        <p:spPr>
          <a:xfrm>
            <a:off x="1729406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801E637-6FDB-2F3F-6E41-76CF145D2C04}"/>
              </a:ext>
            </a:extLst>
          </p:cNvPr>
          <p:cNvSpPr/>
          <p:nvPr/>
        </p:nvSpPr>
        <p:spPr>
          <a:xfrm>
            <a:off x="1729406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window · cleaner · segment</a:t>
            </a:r>
            <a:endParaRPr lang="en-US" sz="8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2F15FBA-88F8-3199-E890-B813095D3F15}"/>
              </a:ext>
            </a:extLst>
          </p:cNvPr>
          <p:cNvSpPr/>
          <p:nvPr/>
        </p:nvSpPr>
        <p:spPr>
          <a:xfrm>
            <a:off x="3000422" y="2831330"/>
            <a:ext cx="82296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E6EDF12C-03C6-C371-9A86-22598BA5DB6E}"/>
              </a:ext>
            </a:extLst>
          </p:cNvPr>
          <p:cNvSpPr/>
          <p:nvPr/>
        </p:nvSpPr>
        <p:spPr>
          <a:xfrm>
            <a:off x="3064430" y="2410706"/>
            <a:ext cx="1261872" cy="9601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0DA69187-A653-32DC-2252-F5422EB69F33}"/>
              </a:ext>
            </a:extLst>
          </p:cNvPr>
          <p:cNvSpPr/>
          <p:nvPr/>
        </p:nvSpPr>
        <p:spPr>
          <a:xfrm>
            <a:off x="3064430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27878C58-3767-1A24-361B-B533CFF7C0CA}"/>
              </a:ext>
            </a:extLst>
          </p:cNvPr>
          <p:cNvSpPr/>
          <p:nvPr/>
        </p:nvSpPr>
        <p:spPr>
          <a:xfrm>
            <a:off x="3064430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engineer.py</a:t>
            </a:r>
            <a:endParaRPr lang="en-US" sz="8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44EFE5BD-3A66-2651-6673-375885CC81D1}"/>
              </a:ext>
            </a:extLst>
          </p:cNvPr>
          <p:cNvSpPr/>
          <p:nvPr/>
        </p:nvSpPr>
        <p:spPr>
          <a:xfrm>
            <a:off x="4335446" y="2831330"/>
            <a:ext cx="82296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E219BB7B-BBCF-F3B6-8255-4279FD5733B6}"/>
              </a:ext>
            </a:extLst>
          </p:cNvPr>
          <p:cNvSpPr/>
          <p:nvPr/>
        </p:nvSpPr>
        <p:spPr>
          <a:xfrm>
            <a:off x="4399454" y="2410706"/>
            <a:ext cx="1261872" cy="96012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3496340-34E3-3BD8-93F4-58CBDE6C5B9E}"/>
              </a:ext>
            </a:extLst>
          </p:cNvPr>
          <p:cNvSpPr/>
          <p:nvPr/>
        </p:nvSpPr>
        <p:spPr>
          <a:xfrm>
            <a:off x="4399454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</a:t>
            </a:r>
            <a:endParaRPr lang="en-US" sz="11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AD5A285-B5D4-9F49-B387-3C7C5B8D2457}"/>
              </a:ext>
            </a:extLst>
          </p:cNvPr>
          <p:cNvSpPr/>
          <p:nvPr/>
        </p:nvSpPr>
        <p:spPr>
          <a:xfrm>
            <a:off x="4399454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trainer · evaluator</a:t>
            </a:r>
            <a:endParaRPr lang="en-US" sz="8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81C9429-1B08-8B5B-BA62-31208BB75EE3}"/>
              </a:ext>
            </a:extLst>
          </p:cNvPr>
          <p:cNvSpPr/>
          <p:nvPr/>
        </p:nvSpPr>
        <p:spPr>
          <a:xfrm>
            <a:off x="5670470" y="2831330"/>
            <a:ext cx="82296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91616B23-E8FA-AEA1-5969-BA9C70F61CA1}"/>
              </a:ext>
            </a:extLst>
          </p:cNvPr>
          <p:cNvSpPr/>
          <p:nvPr/>
        </p:nvSpPr>
        <p:spPr>
          <a:xfrm>
            <a:off x="5734478" y="2410706"/>
            <a:ext cx="1261872" cy="9601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8DE5A13-CFFA-D665-6569-8AD47CC572F1}"/>
              </a:ext>
            </a:extLst>
          </p:cNvPr>
          <p:cNvSpPr/>
          <p:nvPr/>
        </p:nvSpPr>
        <p:spPr>
          <a:xfrm>
            <a:off x="5734478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Inference</a:t>
            </a:r>
            <a:endParaRPr lang="en-US" sz="11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3A75CAF-26E0-5A19-C9C8-08E2EB5CA0D6}"/>
              </a:ext>
            </a:extLst>
          </p:cNvPr>
          <p:cNvSpPr/>
          <p:nvPr/>
        </p:nvSpPr>
        <p:spPr>
          <a:xfrm>
            <a:off x="5734478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predictor · explainer · api</a:t>
            </a:r>
            <a:endParaRPr lang="en-US" sz="800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1E9AF542-CF69-B41F-46B8-EF8FA2930421}"/>
              </a:ext>
            </a:extLst>
          </p:cNvPr>
          <p:cNvSpPr/>
          <p:nvPr/>
        </p:nvSpPr>
        <p:spPr>
          <a:xfrm>
            <a:off x="7069502" y="2410706"/>
            <a:ext cx="1261872" cy="96012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A07538F2-C293-60CD-153F-000D844BC1AB}"/>
              </a:ext>
            </a:extLst>
          </p:cNvPr>
          <p:cNvSpPr/>
          <p:nvPr/>
        </p:nvSpPr>
        <p:spPr>
          <a:xfrm>
            <a:off x="7069502" y="252043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3654E34E-E348-CBE6-63A4-AE7BE3BAA46D}"/>
              </a:ext>
            </a:extLst>
          </p:cNvPr>
          <p:cNvSpPr/>
          <p:nvPr/>
        </p:nvSpPr>
        <p:spPr>
          <a:xfrm>
            <a:off x="7069502" y="286790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drift · tracker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70">
          <a:extLst>
            <a:ext uri="{FF2B5EF4-FFF2-40B4-BE49-F238E27FC236}">
              <a16:creationId xmlns:a16="http://schemas.microsoft.com/office/drawing/2014/main" id="{8E163C66-EB57-0B85-F84B-C1245530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>
            <a:extLst>
              <a:ext uri="{FF2B5EF4-FFF2-40B4-BE49-F238E27FC236}">
                <a16:creationId xmlns:a16="http://schemas.microsoft.com/office/drawing/2014/main" id="{0A9EDEF2-1490-6FC5-0DEB-E6F91B4B51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C56CF08-AC01-E53F-18C9-ACA7FC8D4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059" y="323655"/>
            <a:ext cx="5464013" cy="4496190"/>
          </a:xfrm>
          <a:prstGeom prst="rect">
            <a:avLst/>
          </a:prstGeom>
        </p:spPr>
      </p:pic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FDC5BA5-4EBB-CAAF-7056-1A4B78B037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8157" y="869795"/>
            <a:ext cx="2899316" cy="2542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tx1"/>
                </a:solidFill>
              </a:rPr>
              <a:t>Separação de responsabilidades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Cada módulo tem apenas uma responsabilidade.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builder</a:t>
            </a:r>
            <a:r>
              <a:rPr lang="pt-BR" dirty="0"/>
              <a:t> não limpa, </a:t>
            </a:r>
            <a:r>
              <a:rPr lang="pt-BR" dirty="0" err="1"/>
              <a:t>cleaner</a:t>
            </a:r>
            <a:r>
              <a:rPr lang="pt-BR" dirty="0"/>
              <a:t> não segmenta.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Isso garante escalabilidade, testes e facilita manutenção.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017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7C302688-8146-5FA1-7D1B-85BCE934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>
            <a:extLst>
              <a:ext uri="{FF2B5EF4-FFF2-40B4-BE49-F238E27FC236}">
                <a16:creationId xmlns:a16="http://schemas.microsoft.com/office/drawing/2014/main" id="{BCC5C8C1-AF53-0548-456D-62B452F4DE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8EFDA0F2-5C6C-5A9D-320F-BB76E4C7DF3A}"/>
              </a:ext>
            </a:extLst>
          </p:cNvPr>
          <p:cNvSpPr txBox="1"/>
          <p:nvPr/>
        </p:nvSpPr>
        <p:spPr>
          <a:xfrm>
            <a:off x="365759" y="654897"/>
            <a:ext cx="4622618" cy="62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SHAP</a:t>
            </a: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47417BE-9098-2A3A-495C-7BDB01AC2092}"/>
              </a:ext>
            </a:extLst>
          </p:cNvPr>
          <p:cNvSpPr/>
          <p:nvPr/>
        </p:nvSpPr>
        <p:spPr>
          <a:xfrm>
            <a:off x="413190" y="1316140"/>
            <a:ext cx="8412480" cy="21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A2A6D6A-E5B5-99DC-92CC-7F674DBBAAB5}"/>
              </a:ext>
            </a:extLst>
          </p:cNvPr>
          <p:cNvSpPr/>
          <p:nvPr/>
        </p:nvSpPr>
        <p:spPr>
          <a:xfrm rot="5400000" flipV="1">
            <a:off x="-637180" y="2376252"/>
            <a:ext cx="2163042" cy="62297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6BE4685-33CD-84D8-72E0-6093031AB0F5}"/>
              </a:ext>
            </a:extLst>
          </p:cNvPr>
          <p:cNvSpPr/>
          <p:nvPr/>
        </p:nvSpPr>
        <p:spPr>
          <a:xfrm>
            <a:off x="526636" y="1389459"/>
            <a:ext cx="8090728" cy="189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E293B"/>
                </a:solidFill>
              </a:rPr>
              <a:t>Quando a área de negócio precisa entender por que um cliente específico foi classificado como alto risco, o pipeline utiliza valores de SHAP, em vez de apenas feature </a:t>
            </a:r>
            <a:r>
              <a:rPr lang="pt-BR" sz="1300" b="1" dirty="0" err="1">
                <a:solidFill>
                  <a:srgbClr val="1E293B"/>
                </a:solidFill>
              </a:rPr>
              <a:t>importance</a:t>
            </a:r>
            <a:r>
              <a:rPr lang="pt-BR" sz="1300" b="1" dirty="0">
                <a:solidFill>
                  <a:srgbClr val="1E293B"/>
                </a:solidFill>
              </a:rPr>
              <a:t> global.</a:t>
            </a:r>
          </a:p>
          <a:p>
            <a:pPr marL="0" indent="0">
              <a:buNone/>
            </a:pPr>
            <a:endParaRPr lang="pt-BR" sz="1300" b="1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pt-BR" sz="1300" b="1" dirty="0">
                <a:solidFill>
                  <a:srgbClr val="1E293B"/>
                </a:solidFill>
              </a:rPr>
              <a:t>A feature </a:t>
            </a:r>
            <a:r>
              <a:rPr lang="pt-BR" sz="1300" b="1" dirty="0" err="1">
                <a:solidFill>
                  <a:srgbClr val="1E293B"/>
                </a:solidFill>
              </a:rPr>
              <a:t>importance</a:t>
            </a:r>
            <a:r>
              <a:rPr lang="pt-BR" sz="1300" b="1" dirty="0">
                <a:solidFill>
                  <a:srgbClr val="1E293B"/>
                </a:solidFill>
              </a:rPr>
              <a:t> global mostra quais variáveis são mais relevantes para o modelo em média, considerando toda a base. Já o SHAP explica a decisão individual, indicando o quanto cada variável contribuiu para aumentar ou reduzir o risco daquele cliente específico.</a:t>
            </a:r>
          </a:p>
          <a:p>
            <a:pPr marL="0" indent="0">
              <a:buNone/>
            </a:pPr>
            <a:endParaRPr lang="pt-BR" sz="1300" b="1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pt-BR" sz="1300" b="1" dirty="0">
                <a:solidFill>
                  <a:srgbClr val="1E293B"/>
                </a:solidFill>
              </a:rPr>
              <a:t>Na prática, isso permite que o time de retenção não apenas saiba quem está em risco, mas entenda por que — tornando possível definir abordagens mais direcionadas e eficazes para cada caso.</a:t>
            </a:r>
            <a:endParaRPr lang="en-US" sz="13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2566EDE-D836-2C6A-9CAF-8F599EE02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912" y="3588480"/>
            <a:ext cx="6172735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0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A1D119BF-AE4B-A775-541E-55904D964906}"/>
              </a:ext>
            </a:extLst>
          </p:cNvPr>
          <p:cNvSpPr txBox="1"/>
          <p:nvPr/>
        </p:nvSpPr>
        <p:spPr>
          <a:xfrm>
            <a:off x="196270" y="654898"/>
            <a:ext cx="4622618" cy="62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 err="1">
                <a:solidFill>
                  <a:schemeClr val="dk1"/>
                </a:solidFill>
              </a:rPr>
              <a:t>Serving</a:t>
            </a:r>
            <a:r>
              <a:rPr lang="pt-BR" sz="2300" b="1" dirty="0">
                <a:solidFill>
                  <a:schemeClr val="dk1"/>
                </a:solidFill>
              </a:rPr>
              <a:t> e </a:t>
            </a:r>
            <a:r>
              <a:rPr lang="pt-BR" sz="2300" b="1" dirty="0" err="1">
                <a:solidFill>
                  <a:schemeClr val="dk1"/>
                </a:solidFill>
              </a:rPr>
              <a:t>deploy</a:t>
            </a: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7B6D3F5-9872-69CB-E84A-3ECFC068195C}"/>
              </a:ext>
            </a:extLst>
          </p:cNvPr>
          <p:cNvSpPr/>
          <p:nvPr/>
        </p:nvSpPr>
        <p:spPr>
          <a:xfrm>
            <a:off x="365760" y="1325880"/>
            <a:ext cx="4069080" cy="342944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765A2C7-E547-E5DA-7B13-3C584A32A6B9}"/>
              </a:ext>
            </a:extLst>
          </p:cNvPr>
          <p:cNvSpPr/>
          <p:nvPr/>
        </p:nvSpPr>
        <p:spPr>
          <a:xfrm>
            <a:off x="365760" y="1325880"/>
            <a:ext cx="4069080" cy="6400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247D96D-8C36-EF3F-21BE-9B198C6893D3}"/>
              </a:ext>
            </a:extLst>
          </p:cNvPr>
          <p:cNvSpPr/>
          <p:nvPr/>
        </p:nvSpPr>
        <p:spPr>
          <a:xfrm>
            <a:off x="2834640" y="1417320"/>
            <a:ext cx="1417320" cy="228600"/>
          </a:xfrm>
          <a:prstGeom prst="rect">
            <a:avLst/>
          </a:prstGeom>
          <a:solidFill>
            <a:srgbClr val="0F1B2D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7C681F9-6387-35EE-9EF6-2D361398DB40}"/>
              </a:ext>
            </a:extLst>
          </p:cNvPr>
          <p:cNvSpPr/>
          <p:nvPr/>
        </p:nvSpPr>
        <p:spPr>
          <a:xfrm>
            <a:off x="283464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Cron / Airflow</a:t>
            </a:r>
            <a:endParaRPr lang="en-US" sz="8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6FA9DFB-9A50-E84B-BD16-43D641D90712}"/>
              </a:ext>
            </a:extLst>
          </p:cNvPr>
          <p:cNvSpPr/>
          <p:nvPr/>
        </p:nvSpPr>
        <p:spPr>
          <a:xfrm>
            <a:off x="530352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Batch scoring</a:t>
            </a:r>
            <a:endParaRPr lang="en-US" sz="13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0AB40FB-EA28-82F0-7AA8-040BDF64DF5B}"/>
              </a:ext>
            </a:extLst>
          </p:cNvPr>
          <p:cNvSpPr/>
          <p:nvPr/>
        </p:nvSpPr>
        <p:spPr>
          <a:xfrm>
            <a:off x="530352" y="1847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predictor.score_batch()</a:t>
            </a:r>
            <a:endParaRPr lang="en-US" sz="9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A2F9EE7-EBE8-4B7E-E980-87E2CD04449C}"/>
              </a:ext>
            </a:extLst>
          </p:cNvPr>
          <p:cNvSpPr/>
          <p:nvPr/>
        </p:nvSpPr>
        <p:spPr>
          <a:xfrm>
            <a:off x="475488" y="2148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>
                <a:solidFill>
                  <a:srgbClr val="64748B"/>
                </a:solidFill>
              </a:rPr>
              <a:t>Processa CSV inteiro de uma vez</a:t>
            </a:r>
            <a:endParaRPr lang="en-US" sz="105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DF3210D-0368-1F3E-CC40-E8A8E3340307}"/>
              </a:ext>
            </a:extLst>
          </p:cNvPr>
          <p:cNvSpPr/>
          <p:nvPr/>
        </p:nvSpPr>
        <p:spPr>
          <a:xfrm>
            <a:off x="475488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>
                <a:solidFill>
                  <a:srgbClr val="64748B"/>
                </a:solidFill>
              </a:rPr>
              <a:t>Otimizado para throughput (</a:t>
            </a:r>
            <a:r>
              <a:rPr lang="en-US" sz="1050" dirty="0" err="1">
                <a:solidFill>
                  <a:srgbClr val="64748B"/>
                </a:solidFill>
              </a:rPr>
              <a:t>eficiência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em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escala</a:t>
            </a:r>
            <a:r>
              <a:rPr lang="en-US" sz="1050" dirty="0">
                <a:solidFill>
                  <a:srgbClr val="64748B"/>
                </a:solidFill>
              </a:rPr>
              <a:t>)</a:t>
            </a:r>
            <a:endParaRPr lang="en-US" sz="10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AB9908B-6222-BB7F-A386-1AED84E069E7}"/>
              </a:ext>
            </a:extLst>
          </p:cNvPr>
          <p:cNvSpPr/>
          <p:nvPr/>
        </p:nvSpPr>
        <p:spPr>
          <a:xfrm>
            <a:off x="475488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>
                <a:solidFill>
                  <a:srgbClr val="64748B"/>
                </a:solidFill>
              </a:rPr>
              <a:t>Gera score e </a:t>
            </a:r>
            <a:r>
              <a:rPr lang="en-US" sz="1050" dirty="0" err="1">
                <a:solidFill>
                  <a:srgbClr val="64748B"/>
                </a:solidFill>
              </a:rPr>
              <a:t>segmentação</a:t>
            </a:r>
            <a:r>
              <a:rPr lang="en-US" sz="1050" dirty="0">
                <a:solidFill>
                  <a:srgbClr val="64748B"/>
                </a:solidFill>
              </a:rPr>
              <a:t> de </a:t>
            </a:r>
            <a:r>
              <a:rPr lang="en-US" sz="1050" dirty="0" err="1">
                <a:solidFill>
                  <a:srgbClr val="64748B"/>
                </a:solidFill>
              </a:rPr>
              <a:t>risco</a:t>
            </a:r>
            <a:r>
              <a:rPr lang="en-US" sz="1050" dirty="0">
                <a:solidFill>
                  <a:srgbClr val="64748B"/>
                </a:solidFill>
              </a:rPr>
              <a:t>  </a:t>
            </a:r>
            <a:endParaRPr lang="en-US" sz="10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3906019-0F98-AC9C-9C00-947AE01C7880}"/>
              </a:ext>
            </a:extLst>
          </p:cNvPr>
          <p:cNvSpPr/>
          <p:nvPr/>
        </p:nvSpPr>
        <p:spPr>
          <a:xfrm>
            <a:off x="475488" y="3383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 err="1">
                <a:solidFill>
                  <a:srgbClr val="64748B"/>
                </a:solidFill>
              </a:rPr>
              <a:t>Exporta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resultado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prontos</a:t>
            </a:r>
            <a:r>
              <a:rPr lang="en-US" sz="1050" dirty="0">
                <a:solidFill>
                  <a:srgbClr val="64748B"/>
                </a:solidFill>
              </a:rPr>
              <a:t> para </a:t>
            </a:r>
            <a:r>
              <a:rPr lang="en-US" sz="1050" dirty="0" err="1">
                <a:solidFill>
                  <a:srgbClr val="64748B"/>
                </a:solidFill>
              </a:rPr>
              <a:t>consumo</a:t>
            </a:r>
            <a:r>
              <a:rPr lang="en-US" sz="1050" dirty="0">
                <a:solidFill>
                  <a:srgbClr val="64748B"/>
                </a:solidFill>
              </a:rPr>
              <a:t> (ex: CRM)</a:t>
            </a:r>
            <a:endParaRPr lang="en-US" sz="105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721E644-0C20-CC4E-1958-DC9C16C2455E}"/>
              </a:ext>
            </a:extLst>
          </p:cNvPr>
          <p:cNvSpPr/>
          <p:nvPr/>
        </p:nvSpPr>
        <p:spPr>
          <a:xfrm>
            <a:off x="4709160" y="1325879"/>
            <a:ext cx="4069080" cy="342944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80D3317-8613-ABD8-34E0-431298529B5F}"/>
              </a:ext>
            </a:extLst>
          </p:cNvPr>
          <p:cNvSpPr/>
          <p:nvPr/>
        </p:nvSpPr>
        <p:spPr>
          <a:xfrm>
            <a:off x="4709160" y="1325880"/>
            <a:ext cx="40690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1B043D6-6150-3995-C5C2-84D4CC87E464}"/>
              </a:ext>
            </a:extLst>
          </p:cNvPr>
          <p:cNvSpPr/>
          <p:nvPr/>
        </p:nvSpPr>
        <p:spPr>
          <a:xfrm>
            <a:off x="7178040" y="1417320"/>
            <a:ext cx="1417320" cy="2286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832D08C9-5F40-5898-FD1A-1AF35EE97D58}"/>
              </a:ext>
            </a:extLst>
          </p:cNvPr>
          <p:cNvSpPr/>
          <p:nvPr/>
        </p:nvSpPr>
        <p:spPr>
          <a:xfrm>
            <a:off x="717804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On-demand</a:t>
            </a:r>
            <a:endParaRPr lang="en-US" sz="8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E8465A0-C09C-1E43-8B90-A551230AF693}"/>
              </a:ext>
            </a:extLst>
          </p:cNvPr>
          <p:cNvSpPr/>
          <p:nvPr/>
        </p:nvSpPr>
        <p:spPr>
          <a:xfrm>
            <a:off x="4873752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API REST  (FastAPI)</a:t>
            </a:r>
            <a:endParaRPr lang="en-US" sz="13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B23B3AC-7B01-AAB8-BD18-CD60BFA59730}"/>
              </a:ext>
            </a:extLst>
          </p:cNvPr>
          <p:cNvSpPr/>
          <p:nvPr/>
        </p:nvSpPr>
        <p:spPr>
          <a:xfrm>
            <a:off x="4873752" y="1847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predictor.score_one()</a:t>
            </a:r>
            <a:endParaRPr lang="en-US" sz="9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B73CFF7C-B84D-76E8-8B93-C172B7566865}"/>
              </a:ext>
            </a:extLst>
          </p:cNvPr>
          <p:cNvSpPr/>
          <p:nvPr/>
        </p:nvSpPr>
        <p:spPr>
          <a:xfrm>
            <a:off x="4818888" y="2148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>
                <a:solidFill>
                  <a:srgbClr val="64748B"/>
                </a:solidFill>
              </a:rPr>
              <a:t>Scoring individual com </a:t>
            </a:r>
            <a:r>
              <a:rPr lang="en-US" sz="1050" dirty="0" err="1">
                <a:solidFill>
                  <a:srgbClr val="64748B"/>
                </a:solidFill>
              </a:rPr>
              <a:t>baixa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latência</a:t>
            </a:r>
            <a:r>
              <a:rPr lang="en-US" sz="1050" dirty="0">
                <a:solidFill>
                  <a:srgbClr val="64748B"/>
                </a:solidFill>
              </a:rPr>
              <a:t> &lt; 200ms</a:t>
            </a:r>
            <a:endParaRPr lang="en-US" sz="105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CCF2258-F04E-D3F7-2BFB-D06CDC0D4C5D}"/>
              </a:ext>
            </a:extLst>
          </p:cNvPr>
          <p:cNvSpPr/>
          <p:nvPr/>
        </p:nvSpPr>
        <p:spPr>
          <a:xfrm>
            <a:off x="4818888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</a:t>
            </a:r>
            <a:r>
              <a:rPr lang="en-US" sz="1050" dirty="0" err="1">
                <a:solidFill>
                  <a:srgbClr val="64748B"/>
                </a:solidFill>
              </a:rPr>
              <a:t>Suporte</a:t>
            </a:r>
            <a:r>
              <a:rPr lang="en-US" sz="1050" dirty="0">
                <a:solidFill>
                  <a:srgbClr val="64748B"/>
                </a:solidFill>
              </a:rPr>
              <a:t> a </a:t>
            </a:r>
            <a:r>
              <a:rPr lang="en-US" sz="1050" dirty="0" err="1">
                <a:solidFill>
                  <a:srgbClr val="64748B"/>
                </a:solidFill>
              </a:rPr>
              <a:t>explicabilidade</a:t>
            </a:r>
            <a:r>
              <a:rPr lang="en-US" sz="1050" dirty="0">
                <a:solidFill>
                  <a:srgbClr val="64748B"/>
                </a:solidFill>
              </a:rPr>
              <a:t> (explain=true)</a:t>
            </a:r>
            <a:endParaRPr lang="en-US" sz="105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FF3463A4-0F97-E18A-CD53-382399595F68}"/>
              </a:ext>
            </a:extLst>
          </p:cNvPr>
          <p:cNvSpPr/>
          <p:nvPr/>
        </p:nvSpPr>
        <p:spPr>
          <a:xfrm>
            <a:off x="4818888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  ✓  </a:t>
            </a:r>
            <a:r>
              <a:rPr lang="en-US" sz="1050" dirty="0">
                <a:solidFill>
                  <a:srgbClr val="64748B"/>
                </a:solidFill>
              </a:rPr>
              <a:t>Endpoint Health check para </a:t>
            </a:r>
            <a:r>
              <a:rPr lang="en-US" sz="1050" dirty="0" err="1">
                <a:solidFill>
                  <a:srgbClr val="64748B"/>
                </a:solidFill>
              </a:rPr>
              <a:t>monitoramento</a:t>
            </a:r>
            <a:endParaRPr lang="en-US" sz="10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859931C-4357-A314-FA7F-A0D7E1558BD6}"/>
              </a:ext>
            </a:extLst>
          </p:cNvPr>
          <p:cNvSpPr/>
          <p:nvPr/>
        </p:nvSpPr>
        <p:spPr>
          <a:xfrm>
            <a:off x="4764024" y="3730752"/>
            <a:ext cx="3959352" cy="805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/>
              <a:t>Disponibiliza o modelo como um serviço que pode ser consultado sob demanda, permitindo decisões em tempo real para cada cliente</a:t>
            </a:r>
            <a:r>
              <a:rPr lang="pt-BR" sz="1600" dirty="0"/>
              <a:t>.</a:t>
            </a:r>
            <a:endParaRPr lang="en-US" sz="13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369C2C0F-689C-D988-4A4F-B6B93B43D23E}"/>
              </a:ext>
            </a:extLst>
          </p:cNvPr>
          <p:cNvSpPr/>
          <p:nvPr/>
        </p:nvSpPr>
        <p:spPr>
          <a:xfrm>
            <a:off x="420624" y="3840257"/>
            <a:ext cx="3959352" cy="805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/>
              <a:t>Processamento em escala para ações programadas</a:t>
            </a:r>
          </a:p>
          <a:p>
            <a:pPr marL="0" indent="0">
              <a:buNone/>
            </a:pPr>
            <a:r>
              <a:rPr lang="pt-BR" sz="1300" b="1" dirty="0"/>
              <a:t>Executa o </a:t>
            </a:r>
            <a:r>
              <a:rPr lang="pt-BR" sz="1300" b="1" dirty="0" err="1"/>
              <a:t>scoring</a:t>
            </a:r>
            <a:r>
              <a:rPr lang="pt-BR" sz="1300" b="1" dirty="0"/>
              <a:t> de toda a base de clientes de forma periódica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FB"/>
        </a:solid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8E1FBDA2-8F8D-AA21-A546-D6990827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>
            <a:extLst>
              <a:ext uri="{FF2B5EF4-FFF2-40B4-BE49-F238E27FC236}">
                <a16:creationId xmlns:a16="http://schemas.microsoft.com/office/drawing/2014/main" id="{218EB2AF-7E37-1C11-F204-37F81EE96D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67429"/>
            <a:ext cx="2286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92B902B6-D66D-CB04-0A9B-309DFF479703}"/>
              </a:ext>
            </a:extLst>
          </p:cNvPr>
          <p:cNvSpPr/>
          <p:nvPr/>
        </p:nvSpPr>
        <p:spPr>
          <a:xfrm>
            <a:off x="365760" y="1298448"/>
            <a:ext cx="406908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E8159709-00D9-96AA-A643-98BBDEEE0456}"/>
              </a:ext>
            </a:extLst>
          </p:cNvPr>
          <p:cNvSpPr/>
          <p:nvPr/>
        </p:nvSpPr>
        <p:spPr>
          <a:xfrm>
            <a:off x="365760" y="1298448"/>
            <a:ext cx="40690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18DE2FD-A65E-5D70-F1FA-238DB926C630}"/>
              </a:ext>
            </a:extLst>
          </p:cNvPr>
          <p:cNvSpPr/>
          <p:nvPr/>
        </p:nvSpPr>
        <p:spPr>
          <a:xfrm>
            <a:off x="530352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Data Drift</a:t>
            </a:r>
            <a:endParaRPr lang="en-US" sz="14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CD49EFF1-7A65-3514-3683-D8006D5303A7}"/>
              </a:ext>
            </a:extLst>
          </p:cNvPr>
          <p:cNvSpPr/>
          <p:nvPr/>
        </p:nvSpPr>
        <p:spPr>
          <a:xfrm>
            <a:off x="530352" y="18288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Detectado por</a:t>
            </a:r>
            <a:endParaRPr lang="en-US" sz="9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5C202732-37F7-8394-5906-2E4F4D7F0A09}"/>
              </a:ext>
            </a:extLst>
          </p:cNvPr>
          <p:cNvSpPr/>
          <p:nvPr/>
        </p:nvSpPr>
        <p:spPr>
          <a:xfrm>
            <a:off x="1554480" y="182880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KS-test por feature (threshold &gt; 0.10)</a:t>
            </a:r>
            <a:endParaRPr lang="en-US" sz="95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3ED27A2E-37FD-F66B-7F87-D1BFFFC2BB1C}"/>
              </a:ext>
            </a:extLst>
          </p:cNvPr>
          <p:cNvSpPr/>
          <p:nvPr/>
        </p:nvSpPr>
        <p:spPr>
          <a:xfrm>
            <a:off x="530352" y="23042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Exemplo</a:t>
            </a:r>
            <a:endParaRPr lang="en-US" sz="9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1E8F9279-48C9-34C6-491C-8AC456E813BA}"/>
              </a:ext>
            </a:extLst>
          </p:cNvPr>
          <p:cNvSpPr/>
          <p:nvPr/>
        </p:nvSpPr>
        <p:spPr>
          <a:xfrm>
            <a:off x="1554480" y="230428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Natal faz Last_Purchase_Days_Ago subir para toda a base</a:t>
            </a:r>
            <a:endParaRPr lang="en-US" sz="95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8C61590D-D288-4FEF-ED8B-A831E094788B}"/>
              </a:ext>
            </a:extLst>
          </p:cNvPr>
          <p:cNvSpPr/>
          <p:nvPr/>
        </p:nvSpPr>
        <p:spPr>
          <a:xfrm>
            <a:off x="530352" y="27797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Sinal</a:t>
            </a:r>
            <a:endParaRPr lang="en-US" sz="9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451D0AE2-0D7B-BA8B-842C-84B906B63DC3}"/>
              </a:ext>
            </a:extLst>
          </p:cNvPr>
          <p:cNvSpPr/>
          <p:nvPr/>
        </p:nvSpPr>
        <p:spPr>
          <a:xfrm>
            <a:off x="1554480" y="2779776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Distribuição de X muda — CCR pode estar estável</a:t>
            </a:r>
            <a:endParaRPr lang="en-US" sz="9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B411803E-9410-2537-B70F-767A45EA0EAB}"/>
              </a:ext>
            </a:extLst>
          </p:cNvPr>
          <p:cNvSpPr/>
          <p:nvPr/>
        </p:nvSpPr>
        <p:spPr>
          <a:xfrm>
            <a:off x="530352" y="325526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Ação</a:t>
            </a:r>
            <a:endParaRPr lang="en-US" sz="9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367E68DE-1701-E1AA-75DA-D70E424CDAEC}"/>
              </a:ext>
            </a:extLst>
          </p:cNvPr>
          <p:cNvSpPr/>
          <p:nvPr/>
        </p:nvSpPr>
        <p:spPr>
          <a:xfrm>
            <a:off x="1554480" y="3255264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Monitorar. Pode ser sazonal. Retreinar preventivo.</a:t>
            </a:r>
            <a:endParaRPr lang="en-US" sz="95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90B2F6ED-348E-58C1-B305-A5842C46E861}"/>
              </a:ext>
            </a:extLst>
          </p:cNvPr>
          <p:cNvSpPr/>
          <p:nvPr/>
        </p:nvSpPr>
        <p:spPr>
          <a:xfrm>
            <a:off x="4709160" y="1298448"/>
            <a:ext cx="406908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2E8E50C8-59A3-223C-75EA-86B6C90EA7A7}"/>
              </a:ext>
            </a:extLst>
          </p:cNvPr>
          <p:cNvSpPr/>
          <p:nvPr/>
        </p:nvSpPr>
        <p:spPr>
          <a:xfrm>
            <a:off x="4709160" y="1298448"/>
            <a:ext cx="406908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2834AB67-F4F2-F907-C44B-67964F5A26E1}"/>
              </a:ext>
            </a:extLst>
          </p:cNvPr>
          <p:cNvSpPr/>
          <p:nvPr/>
        </p:nvSpPr>
        <p:spPr>
          <a:xfrm>
            <a:off x="4873752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Concept Drift</a:t>
            </a:r>
            <a:endParaRPr lang="en-US" sz="14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DB7B0BE1-2D19-7020-C95E-49CA15495FE4}"/>
              </a:ext>
            </a:extLst>
          </p:cNvPr>
          <p:cNvSpPr/>
          <p:nvPr/>
        </p:nvSpPr>
        <p:spPr>
          <a:xfrm>
            <a:off x="4873752" y="18288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Detectado por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D47A8A45-733E-ECD1-5667-2B414CF7375B}"/>
              </a:ext>
            </a:extLst>
          </p:cNvPr>
          <p:cNvSpPr/>
          <p:nvPr/>
        </p:nvSpPr>
        <p:spPr>
          <a:xfrm>
            <a:off x="5897880" y="182880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PSI no score (&gt; 0.20) + queda do CCR (&gt; 8 pp)</a:t>
            </a:r>
            <a:endParaRPr lang="en-US" sz="95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044C8ACD-BF5B-9894-6D46-C80CC9CABBEC}"/>
              </a:ext>
            </a:extLst>
          </p:cNvPr>
          <p:cNvSpPr/>
          <p:nvPr/>
        </p:nvSpPr>
        <p:spPr>
          <a:xfrm>
            <a:off x="4873752" y="23042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Exemplo</a:t>
            </a:r>
            <a:endParaRPr lang="en-US" sz="9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12F28C6-C34F-914B-7A93-2AADA524A829}"/>
              </a:ext>
            </a:extLst>
          </p:cNvPr>
          <p:cNvSpPr/>
          <p:nvPr/>
        </p:nvSpPr>
        <p:spPr>
          <a:xfrm>
            <a:off x="5897880" y="230428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Crise econômica: clientes satisfeitos cancelam por motivo financeiro</a:t>
            </a:r>
            <a:endParaRPr lang="en-US" sz="95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2CA9523-0684-13B3-5975-E8EFABC6A1DE}"/>
              </a:ext>
            </a:extLst>
          </p:cNvPr>
          <p:cNvSpPr/>
          <p:nvPr/>
        </p:nvSpPr>
        <p:spPr>
          <a:xfrm>
            <a:off x="4873752" y="27797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Sinal</a:t>
            </a:r>
            <a:endParaRPr lang="en-US" sz="9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BFDF9B7-D7A0-589E-01A5-A073C6F1BA2D}"/>
              </a:ext>
            </a:extLst>
          </p:cNvPr>
          <p:cNvSpPr/>
          <p:nvPr/>
        </p:nvSpPr>
        <p:spPr>
          <a:xfrm>
            <a:off x="5897880" y="2779776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Relação P(churn|X) mudou — CCR despenca</a:t>
            </a:r>
            <a:endParaRPr lang="en-US" sz="95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E5A1E65C-4897-54B0-4827-46EA29EB6088}"/>
              </a:ext>
            </a:extLst>
          </p:cNvPr>
          <p:cNvSpPr/>
          <p:nvPr/>
        </p:nvSpPr>
        <p:spPr>
          <a:xfrm>
            <a:off x="4873752" y="325526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Ação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514825DE-F6C3-EDEE-0046-AD718870C030}"/>
              </a:ext>
            </a:extLst>
          </p:cNvPr>
          <p:cNvSpPr/>
          <p:nvPr/>
        </p:nvSpPr>
        <p:spPr>
          <a:xfrm>
            <a:off x="5897880" y="3255264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Retreinar urgente com dados recentes.</a:t>
            </a:r>
            <a:endParaRPr lang="en-US" sz="95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B7AA6BA3-1886-C4FF-912D-97D2C70FC90B}"/>
              </a:ext>
            </a:extLst>
          </p:cNvPr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E8F4F3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75013E6-1CA4-4F8C-3893-0A0B63CB088D}"/>
              </a:ext>
            </a:extLst>
          </p:cNvPr>
          <p:cNvSpPr/>
          <p:nvPr/>
        </p:nvSpPr>
        <p:spPr>
          <a:xfrm>
            <a:off x="54864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Ciclo de monitoramento</a:t>
            </a:r>
            <a:endParaRPr lang="en-US" sz="90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496B5AB7-99FB-CBC9-FFD9-C72CDD352974}"/>
              </a:ext>
            </a:extLst>
          </p:cNvPr>
          <p:cNvSpPr/>
          <p:nvPr/>
        </p:nvSpPr>
        <p:spPr>
          <a:xfrm>
            <a:off x="502920" y="4224528"/>
            <a:ext cx="1965960" cy="4572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901B3BD7-1970-6288-F637-361CB25293CE}"/>
              </a:ext>
            </a:extLst>
          </p:cNvPr>
          <p:cNvSpPr/>
          <p:nvPr/>
        </p:nvSpPr>
        <p:spPr>
          <a:xfrm>
            <a:off x="502920" y="4242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T+0 diário</a:t>
            </a:r>
            <a:endParaRPr lang="en-US" sz="85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56B9318C-35C8-99C4-9F52-A5190956DDEE}"/>
              </a:ext>
            </a:extLst>
          </p:cNvPr>
          <p:cNvSpPr/>
          <p:nvPr/>
        </p:nvSpPr>
        <p:spPr>
          <a:xfrm>
            <a:off x="502920" y="4453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score_batch()</a:t>
            </a:r>
            <a:endParaRPr lang="en-US" sz="750" dirty="0"/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DA2D0F9F-614B-C888-643A-03ED262255BF}"/>
              </a:ext>
            </a:extLst>
          </p:cNvPr>
          <p:cNvSpPr/>
          <p:nvPr/>
        </p:nvSpPr>
        <p:spPr>
          <a:xfrm>
            <a:off x="2651760" y="4224528"/>
            <a:ext cx="1965960" cy="45720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C65B657-3CC3-273C-F561-03D6554845BE}"/>
              </a:ext>
            </a:extLst>
          </p:cNvPr>
          <p:cNvSpPr/>
          <p:nvPr/>
        </p:nvSpPr>
        <p:spPr>
          <a:xfrm>
            <a:off x="2651760" y="4242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T+30 mensal</a:t>
            </a:r>
            <a:endParaRPr lang="en-US" sz="85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5638C31B-F7C4-6E23-11E0-0EF95F42524D}"/>
              </a:ext>
            </a:extLst>
          </p:cNvPr>
          <p:cNvSpPr/>
          <p:nvPr/>
        </p:nvSpPr>
        <p:spPr>
          <a:xfrm>
            <a:off x="2651760" y="4453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evaluate_window()</a:t>
            </a:r>
            <a:endParaRPr lang="en-US" sz="750" dirty="0"/>
          </a:p>
        </p:txBody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9155C328-7BB4-B439-5D99-30BEE7D285B5}"/>
              </a:ext>
            </a:extLst>
          </p:cNvPr>
          <p:cNvSpPr/>
          <p:nvPr/>
        </p:nvSpPr>
        <p:spPr>
          <a:xfrm>
            <a:off x="4800600" y="4224528"/>
            <a:ext cx="1965960" cy="457200"/>
          </a:xfrm>
          <a:prstGeom prst="rect">
            <a:avLst/>
          </a:prstGeom>
          <a:solidFill>
            <a:srgbClr val="0F1B2D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F51C415A-B8E0-D46B-EE4D-6D94D30033FA}"/>
              </a:ext>
            </a:extLst>
          </p:cNvPr>
          <p:cNvSpPr/>
          <p:nvPr/>
        </p:nvSpPr>
        <p:spPr>
          <a:xfrm>
            <a:off x="4800600" y="4242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Contínuo</a:t>
            </a:r>
            <a:endParaRPr lang="en-US" sz="85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90A128BD-958E-2F2F-9D12-48171A51E9AA}"/>
              </a:ext>
            </a:extLst>
          </p:cNvPr>
          <p:cNvSpPr/>
          <p:nvPr/>
        </p:nvSpPr>
        <p:spPr>
          <a:xfrm>
            <a:off x="4800600" y="4453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drift_detector.detect()</a:t>
            </a:r>
            <a:endParaRPr lang="en-US" sz="75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AAF14BAD-4449-A54E-5539-7B11F8123D85}"/>
              </a:ext>
            </a:extLst>
          </p:cNvPr>
          <p:cNvSpPr/>
          <p:nvPr/>
        </p:nvSpPr>
        <p:spPr>
          <a:xfrm>
            <a:off x="6949440" y="4224528"/>
            <a:ext cx="1965960" cy="457200"/>
          </a:xfrm>
          <a:prstGeom prst="rect">
            <a:avLst/>
          </a:prstGeom>
          <a:solidFill>
            <a:srgbClr val="0A7670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471158BF-A90C-F6BA-F950-2A65F9C9B656}"/>
              </a:ext>
            </a:extLst>
          </p:cNvPr>
          <p:cNvSpPr/>
          <p:nvPr/>
        </p:nvSpPr>
        <p:spPr>
          <a:xfrm>
            <a:off x="6949440" y="4242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On-demand</a:t>
            </a:r>
            <a:endParaRPr lang="en-US" sz="850" dirty="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5CEC073F-BCFC-E9F6-5C50-A88F7908A75B}"/>
              </a:ext>
            </a:extLst>
          </p:cNvPr>
          <p:cNvSpPr/>
          <p:nvPr/>
        </p:nvSpPr>
        <p:spPr>
          <a:xfrm>
            <a:off x="6949440" y="44531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explainer.explain()</a:t>
            </a:r>
            <a:endParaRPr lang="en-US" sz="750" dirty="0"/>
          </a:p>
        </p:txBody>
      </p:sp>
      <p:sp>
        <p:nvSpPr>
          <p:cNvPr id="68" name="Google Shape;87;p17">
            <a:extLst>
              <a:ext uri="{FF2B5EF4-FFF2-40B4-BE49-F238E27FC236}">
                <a16:creationId xmlns:a16="http://schemas.microsoft.com/office/drawing/2014/main" id="{7E6EFAC8-40AC-942F-E052-143E8E41922E}"/>
              </a:ext>
            </a:extLst>
          </p:cNvPr>
          <p:cNvSpPr txBox="1"/>
          <p:nvPr/>
        </p:nvSpPr>
        <p:spPr>
          <a:xfrm>
            <a:off x="152400" y="706925"/>
            <a:ext cx="4622618" cy="62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chemeClr val="dk1"/>
                </a:solidFill>
              </a:rPr>
              <a:t>Monitoramento pós-</a:t>
            </a:r>
            <a:r>
              <a:rPr lang="pt-BR" sz="2300" b="1" dirty="0" err="1">
                <a:solidFill>
                  <a:schemeClr val="dk1"/>
                </a:solidFill>
              </a:rPr>
              <a:t>deploy</a:t>
            </a:r>
            <a:endParaRPr sz="23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9923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983</Words>
  <Application>Microsoft Office PowerPoint</Application>
  <PresentationFormat>Apresentação na tela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Calibri</vt:lpstr>
      <vt:lpstr>Consolas</vt:lpstr>
      <vt:lpstr>Arial</vt:lpstr>
      <vt:lpstr>Simple Light</vt:lpstr>
      <vt:lpstr>Churn Prediction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Jullie Belmonte</cp:lastModifiedBy>
  <cp:revision>1</cp:revision>
  <dcterms:modified xsi:type="dcterms:W3CDTF">2026-04-20T18:01:02Z</dcterms:modified>
</cp:coreProperties>
</file>